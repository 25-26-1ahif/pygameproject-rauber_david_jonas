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1" r:id="rId6"/>
    <p:sldId id="262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718775-B0A6-4BA6-B6FD-A3A6989AFF89}" v="14" dt="2026-06-22T07:33:18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B341E-A2A9-3E94-E72F-236AC921B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9401F7-F3AD-3C80-E28F-A973C3EC1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DF1FC3-0D4E-4DFB-8DB2-60DDC637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F32FF8-A5DB-2877-CF6C-EFD67B36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3EB560-111F-8580-BC6F-7415846F0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8243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B637D-4AD9-8BE1-752E-1A0DF06E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21F9-B143-FD96-FA32-87A3B0021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3C51A5-0BBE-59C4-43B7-AC878D9D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B3C75F-7DE2-EA42-B62B-EDA4D58F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811BDE-BD4A-3F6D-8022-41A12748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048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48C45B-861A-8B82-D7E0-EB262528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70393B-4FB1-A95D-CC1A-50E3B0312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F848D4-5107-A055-8673-6B447608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B67B03-CC1F-3442-BD57-2B0719B3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BF5F0D-3046-2034-AE29-DD1C16C1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908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1ED00-93ED-929F-0123-7C40886E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7B01A-F874-F180-D82B-9C1C24883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13C451-7D63-51EF-8616-B187D8AD6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E63DA-74C6-BBE9-4421-24D68EC9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ECABB4-825B-8BEC-F0CC-EFBA2590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654FBF-EDD4-8A83-D6F6-8224B439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5384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D8DC9A-8194-8BAB-E66E-AB44F2FC1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7B3005-FC58-1B33-32E6-824FB7BBB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450DF0-637A-65D0-8BF1-A2EDECCC2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BDC51A-BD53-D738-932D-0CCEDA09A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5C80263-9E33-D57A-735A-08B8688FA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69D460F-45DE-8F61-D1CB-C9448970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E173F2-5288-A297-C0C0-43F347EB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8A7F5B4-82EA-DA99-6B8C-CA33DC7F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059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9A6A26-18EE-E964-35D9-DE2A57E1A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F02E25-C88F-5367-426B-4BBFD958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5DCA5E-6995-6A73-D88A-94AF80A9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0E37DF-5982-C8B5-3912-CED30815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3590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7527E31-0577-9C96-889E-74665ED5E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0115122-6859-90AF-F569-3C31020A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B7C699-DF46-B77A-CD75-7E3E8B3B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3865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A774C1-CE46-B59C-4626-214D67702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0F9B93-3D6A-D625-1440-B33B0D907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479039-8689-D3AF-7C59-DA14DEE2F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F39F9B-3422-0B1B-A64D-AC0C240E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8B17DF-A8FD-6C30-F80E-115A6608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B4FC9E-C589-5D04-509F-5199861B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5482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929679-999F-A51B-2488-BA5B9308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5192F4-69F5-3AC4-5DD9-7C6EBF1CC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255615-AC5F-B34D-A148-48594EDD9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003DD3-C01E-1C97-C674-6B0A7FAD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1F326C-FF22-5070-3EE4-5F4DC23B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02FE50-7EBA-C856-D1D4-424D86CD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7920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86903-5AFE-FDD9-D535-D4852A85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7100A0-BFBA-202F-50F5-65E02CF4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F67DCF-835D-4AC8-A9CF-179C120D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BED0D9-9738-7BCF-51B2-AE854A94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7306B3-7D38-F90F-0BD8-020CD1C8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9253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8F11663-52FF-E746-8011-E7FCCC002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FE7163-1928-9C94-E56C-A7226FEA1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BCC42F-C218-31B2-A5E5-1304C98A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E09907-2793-7931-C9DD-0200DE717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21D666-B59C-24B3-3BC9-2EA6ED4A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8647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470817C-76F7-E780-4024-408B7C04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334279-8509-2E39-2334-783D7A71C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04E9D4-A190-352D-4FAE-120EFE773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8BA5F-E1FF-36FF-A342-99943867B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E99D49-443C-2017-527A-C40E86423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340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ADEAE5-B080-4DEC-819A-00E41A93F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FB580A-BA0E-4D5E-90F4-C42767A7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51ABA8-CD21-BA1E-FB41-6E0A44AB6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275" y="3655371"/>
            <a:ext cx="9679449" cy="1463136"/>
          </a:xfrm>
        </p:spPr>
        <p:txBody>
          <a:bodyPr anchor="b">
            <a:normAutofit/>
          </a:bodyPr>
          <a:lstStyle/>
          <a:p>
            <a:pPr algn="l"/>
            <a:r>
              <a:rPr lang="de-AT" sz="5600">
                <a:solidFill>
                  <a:srgbClr val="FFFFFF"/>
                </a:solidFill>
              </a:rPr>
              <a:t>Räuber Simulator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5BCDA6-7590-E9E5-B23C-13890487F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6275" y="5252936"/>
            <a:ext cx="9679449" cy="654610"/>
          </a:xfrm>
        </p:spPr>
        <p:txBody>
          <a:bodyPr anchor="ctr">
            <a:normAutofit/>
          </a:bodyPr>
          <a:lstStyle/>
          <a:p>
            <a:pPr algn="l"/>
            <a:r>
              <a:rPr lang="de-AT" sz="2000">
                <a:solidFill>
                  <a:srgbClr val="FFFFFF"/>
                </a:solidFill>
              </a:rPr>
              <a:t>Von Jonas und David</a:t>
            </a:r>
          </a:p>
        </p:txBody>
      </p:sp>
      <p:pic>
        <p:nvPicPr>
          <p:cNvPr id="5" name="Grafik 4" descr="Ein Bild, das Screenshot, Pixel enthält.&#10;&#10;Automatisch generierte Beschreibung">
            <a:extLst>
              <a:ext uri="{FF2B5EF4-FFF2-40B4-BE49-F238E27FC236}">
                <a16:creationId xmlns:a16="http://schemas.microsoft.com/office/drawing/2014/main" id="{0B23A384-D1E6-21A8-C8C2-13E99793E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6" y="1430495"/>
            <a:ext cx="11111988" cy="13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9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17FC04B-9366-5DF7-8275-1E7815E6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de-AT" sz="3200">
                <a:solidFill>
                  <a:srgbClr val="FFFFFF"/>
                </a:solidFill>
              </a:rPr>
              <a:t>Spiel-Idee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E82703-1D87-7926-4028-05D8EA6E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de-DE" sz="2000">
                <a:solidFill>
                  <a:srgbClr val="FFFFFF"/>
                </a:solidFill>
              </a:rPr>
              <a:t>Spieler übernimmt die Rolle eines Räubers</a:t>
            </a:r>
          </a:p>
          <a:p>
            <a:r>
              <a:rPr lang="de-DE" sz="2000">
                <a:solidFill>
                  <a:srgbClr val="FFFFFF"/>
                </a:solidFill>
              </a:rPr>
              <a:t>Durch Rätsel einbrechen</a:t>
            </a:r>
          </a:p>
          <a:p>
            <a:r>
              <a:rPr lang="de-DE" sz="2000">
                <a:solidFill>
                  <a:srgbClr val="FFFFFF"/>
                </a:solidFill>
              </a:rPr>
              <a:t>Geld verdienen</a:t>
            </a:r>
          </a:p>
          <a:p>
            <a:r>
              <a:rPr lang="de-DE" sz="2000">
                <a:solidFill>
                  <a:srgbClr val="FFFFFF"/>
                </a:solidFill>
              </a:rPr>
              <a:t>besten Scores gespeichert</a:t>
            </a:r>
            <a:endParaRPr lang="de-AT" sz="2000">
              <a:solidFill>
                <a:srgbClr val="FFFFFF"/>
              </a:solidFill>
            </a:endParaRPr>
          </a:p>
        </p:txBody>
      </p:sp>
      <p:pic>
        <p:nvPicPr>
          <p:cNvPr id="5" name="Grafik 4" descr="Ein Bild, das Clipart, Entwurf enthält.">
            <a:extLst>
              <a:ext uri="{FF2B5EF4-FFF2-40B4-BE49-F238E27FC236}">
                <a16:creationId xmlns:a16="http://schemas.microsoft.com/office/drawing/2014/main" id="{32C39DE9-AA4D-6604-59E6-F2F9E0DD2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" r="1" b="1"/>
          <a:stretch>
            <a:fillRect/>
          </a:stretch>
        </p:blipFill>
        <p:spPr>
          <a:xfrm>
            <a:off x="6056922" y="787114"/>
            <a:ext cx="5303765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7032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6" name="Rectangle 1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1CFA282-96AA-9864-61DB-4F77C2F79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de-AT" sz="3200">
                <a:solidFill>
                  <a:srgbClr val="FFFFFF"/>
                </a:solidFill>
              </a:rPr>
              <a:t>Codeaufbau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C7FCBB-7B2A-9256-9620-1D898FC01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de-AT" sz="2000">
                <a:solidFill>
                  <a:srgbClr val="FFFFFF"/>
                </a:solidFill>
              </a:rPr>
              <a:t>assats</a:t>
            </a:r>
          </a:p>
          <a:p>
            <a:pPr lvl="1"/>
            <a:r>
              <a:rPr lang="de-AT" sz="2000">
                <a:solidFill>
                  <a:srgbClr val="FFFFFF"/>
                </a:solidFill>
              </a:rPr>
              <a:t>Bilder</a:t>
            </a:r>
          </a:p>
          <a:p>
            <a:pPr lvl="2"/>
            <a:r>
              <a:rPr lang="de-AT">
                <a:solidFill>
                  <a:srgbClr val="FFFFFF"/>
                </a:solidFill>
              </a:rPr>
              <a:t>Rooms</a:t>
            </a:r>
          </a:p>
          <a:p>
            <a:r>
              <a:rPr lang="de-AT" sz="2000">
                <a:solidFill>
                  <a:srgbClr val="FFFFFF"/>
                </a:solidFill>
              </a:rPr>
              <a:t>Game</a:t>
            </a:r>
          </a:p>
          <a:p>
            <a:pPr lvl="1"/>
            <a:r>
              <a:rPr lang="de-AT" sz="2000">
                <a:solidFill>
                  <a:srgbClr val="FFFFFF"/>
                </a:solidFill>
              </a:rPr>
              <a:t>Game Variables</a:t>
            </a:r>
          </a:p>
          <a:p>
            <a:pPr lvl="1"/>
            <a:r>
              <a:rPr lang="de-AT" sz="2000">
                <a:solidFill>
                  <a:srgbClr val="FFFFFF"/>
                </a:solidFill>
              </a:rPr>
              <a:t>Objekts</a:t>
            </a:r>
          </a:p>
          <a:p>
            <a:pPr lvl="2"/>
            <a:r>
              <a:rPr lang="de-AT">
                <a:solidFill>
                  <a:srgbClr val="FFFFFF"/>
                </a:solidFill>
              </a:rPr>
              <a:t>Screens</a:t>
            </a:r>
          </a:p>
        </p:txBody>
      </p:sp>
      <p:pic>
        <p:nvPicPr>
          <p:cNvPr id="5" name="Grafik 4" descr="Ein Bild, das Text, Screenshot, Quittung, Schrift enthält.&#10;&#10;Automatisch generierte Beschreibung">
            <a:extLst>
              <a:ext uri="{FF2B5EF4-FFF2-40B4-BE49-F238E27FC236}">
                <a16:creationId xmlns:a16="http://schemas.microsoft.com/office/drawing/2014/main" id="{194B312E-7EF8-227A-5488-8076CC7F9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514" y="2428705"/>
            <a:ext cx="5792694" cy="214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0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7D68090D-560E-5AF5-9648-DB9EA4A1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de-AT" sz="3200">
                <a:solidFill>
                  <a:srgbClr val="FFFFFF"/>
                </a:solidFill>
              </a:rPr>
              <a:t>Schwierigkeiten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67E575-C111-02D4-C1C6-8B9EE3A78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de-AT" sz="2000" dirty="0">
                <a:solidFill>
                  <a:srgbClr val="FFFFFF"/>
                </a:solidFill>
              </a:rPr>
              <a:t>GIT</a:t>
            </a:r>
          </a:p>
          <a:p>
            <a:r>
              <a:rPr lang="de-AT" sz="2000" dirty="0" err="1">
                <a:solidFill>
                  <a:srgbClr val="FFFFFF"/>
                </a:solidFill>
              </a:rPr>
              <a:t>Spritesheet</a:t>
            </a:r>
            <a:endParaRPr lang="de-AT" sz="2000" dirty="0">
              <a:solidFill>
                <a:srgbClr val="FFFFFF"/>
              </a:solidFill>
            </a:endParaRPr>
          </a:p>
          <a:p>
            <a:r>
              <a:rPr lang="de-AT" sz="2000" dirty="0" err="1">
                <a:solidFill>
                  <a:srgbClr val="FFFFFF"/>
                </a:solidFill>
              </a:rPr>
              <a:t>Hitboxen</a:t>
            </a:r>
            <a:endParaRPr lang="de-AT" sz="2000" dirty="0">
              <a:solidFill>
                <a:srgbClr val="FFFFFF"/>
              </a:solidFill>
            </a:endParaRPr>
          </a:p>
          <a:p>
            <a:r>
              <a:rPr lang="de-AT" sz="2000" dirty="0">
                <a:solidFill>
                  <a:srgbClr val="FFFFFF"/>
                </a:solidFill>
              </a:rPr>
              <a:t>Wegbuggen von Code</a:t>
            </a:r>
          </a:p>
        </p:txBody>
      </p:sp>
      <p:pic>
        <p:nvPicPr>
          <p:cNvPr id="1026" name="Picture 2" descr="Programmieren lernen: die einzelnen Schritte">
            <a:extLst>
              <a:ext uri="{FF2B5EF4-FFF2-40B4-BE49-F238E27FC236}">
                <a16:creationId xmlns:a16="http://schemas.microsoft.com/office/drawing/2014/main" id="{7D0FF4E7-0700-FA63-B931-093ED8F25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05304" y="1624413"/>
            <a:ext cx="5407002" cy="3609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28754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Rectangle 1030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OpenNebula In Action: Live Demo | OpenNebula – Open Source Cloud &amp; Edge  Computing Platform">
            <a:extLst>
              <a:ext uri="{FF2B5EF4-FFF2-40B4-BE49-F238E27FC236}">
                <a16:creationId xmlns:a16="http://schemas.microsoft.com/office/drawing/2014/main" id="{46F81845-C0DA-245E-5E97-5447A7981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2" b="13771"/>
          <a:stretch>
            <a:fillRect/>
          </a:stretch>
        </p:blipFill>
        <p:spPr bwMode="auto">
          <a:xfrm>
            <a:off x="307775" y="261437"/>
            <a:ext cx="11576450" cy="633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5426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Grafik 3" descr="Ein Bild, das Text, Screenshot, Design enthält.">
            <a:extLst>
              <a:ext uri="{FF2B5EF4-FFF2-40B4-BE49-F238E27FC236}">
                <a16:creationId xmlns:a16="http://schemas.microsoft.com/office/drawing/2014/main" id="{38B5CBC8-4B12-1E9A-E4D5-F40B4EF2B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3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Breitbild</PresentationFormat>
  <Paragraphs>20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Räuber Simulator</vt:lpstr>
      <vt:lpstr>Spiel-Idee</vt:lpstr>
      <vt:lpstr>Codeaufbau</vt:lpstr>
      <vt:lpstr>Schwierigkeiten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Räuber Simulator</dc:title>
  <dc:creator>David Fußenegger</dc:creator>
  <cp:lastModifiedBy>STOCKER Jonas</cp:lastModifiedBy>
  <cp:revision>2</cp:revision>
  <dcterms:created xsi:type="dcterms:W3CDTF">2026-06-17T15:05:13Z</dcterms:created>
  <dcterms:modified xsi:type="dcterms:W3CDTF">2026-06-22T19:26:20Z</dcterms:modified>
</cp:coreProperties>
</file>