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65" r:id="rId3"/>
    <p:sldId id="257" r:id="rId4"/>
    <p:sldId id="263" r:id="rId5"/>
    <p:sldId id="266" r:id="rId6"/>
    <p:sldId id="264" r:id="rId7"/>
    <p:sldId id="261" r:id="rId8"/>
    <p:sldId id="262" r:id="rId9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A718775-B0A6-4BA6-B6FD-A3A6989AFF89}" v="21" dt="2026-06-22T17:06:03.11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72" d="100"/>
          <a:sy n="72" d="100"/>
        </p:scale>
        <p:origin x="42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vid Fußenegger" userId="5399654e7fa240a7" providerId="LiveId" clId="{3A718775-B0A6-4BA6-B6FD-A3A6989AFF89}"/>
    <pc:docChg chg="undo custSel addSld delSld modSld sldOrd">
      <pc:chgData name="David Fußenegger" userId="5399654e7fa240a7" providerId="LiveId" clId="{3A718775-B0A6-4BA6-B6FD-A3A6989AFF89}" dt="2026-06-22T17:14:06.810" v="1390" actId="20577"/>
      <pc:docMkLst>
        <pc:docMk/>
      </pc:docMkLst>
      <pc:sldChg chg="addSp modSp mod setBg modNotesTx">
        <pc:chgData name="David Fußenegger" userId="5399654e7fa240a7" providerId="LiveId" clId="{3A718775-B0A6-4BA6-B6FD-A3A6989AFF89}" dt="2026-06-22T17:07:26.342" v="666" actId="20577"/>
        <pc:sldMkLst>
          <pc:docMk/>
          <pc:sldMk cId="1018398020" sldId="256"/>
        </pc:sldMkLst>
        <pc:spChg chg="mod">
          <ac:chgData name="David Fußenegger" userId="5399654e7fa240a7" providerId="LiveId" clId="{3A718775-B0A6-4BA6-B6FD-A3A6989AFF89}" dt="2026-06-19T20:09:02.656" v="99" actId="26606"/>
          <ac:spMkLst>
            <pc:docMk/>
            <pc:sldMk cId="1018398020" sldId="256"/>
            <ac:spMk id="2" creationId="{CE51ABA8-CD21-BA1E-FB41-6E0A44AB62A7}"/>
          </ac:spMkLst>
        </pc:spChg>
        <pc:spChg chg="mod">
          <ac:chgData name="David Fußenegger" userId="5399654e7fa240a7" providerId="LiveId" clId="{3A718775-B0A6-4BA6-B6FD-A3A6989AFF89}" dt="2026-06-19T20:09:02.656" v="99" actId="26606"/>
          <ac:spMkLst>
            <pc:docMk/>
            <pc:sldMk cId="1018398020" sldId="256"/>
            <ac:spMk id="3" creationId="{9C5BCDA6-7590-E9E5-B23C-13890487F26D}"/>
          </ac:spMkLst>
        </pc:spChg>
        <pc:spChg chg="add">
          <ac:chgData name="David Fußenegger" userId="5399654e7fa240a7" providerId="LiveId" clId="{3A718775-B0A6-4BA6-B6FD-A3A6989AFF89}" dt="2026-06-19T20:09:02.656" v="99" actId="26606"/>
          <ac:spMkLst>
            <pc:docMk/>
            <pc:sldMk cId="1018398020" sldId="256"/>
            <ac:spMk id="10" creationId="{33ADEAE5-B080-4DEC-819A-00E41A93F881}"/>
          </ac:spMkLst>
        </pc:spChg>
        <pc:spChg chg="add">
          <ac:chgData name="David Fußenegger" userId="5399654e7fa240a7" providerId="LiveId" clId="{3A718775-B0A6-4BA6-B6FD-A3A6989AFF89}" dt="2026-06-19T20:09:02.656" v="99" actId="26606"/>
          <ac:spMkLst>
            <pc:docMk/>
            <pc:sldMk cId="1018398020" sldId="256"/>
            <ac:spMk id="12" creationId="{D9FB580A-BA0E-4D5E-90F4-C42767A78389}"/>
          </ac:spMkLst>
        </pc:spChg>
        <pc:picChg chg="add mod">
          <ac:chgData name="David Fußenegger" userId="5399654e7fa240a7" providerId="LiveId" clId="{3A718775-B0A6-4BA6-B6FD-A3A6989AFF89}" dt="2026-06-19T20:09:02.656" v="99" actId="26606"/>
          <ac:picMkLst>
            <pc:docMk/>
            <pc:sldMk cId="1018398020" sldId="256"/>
            <ac:picMk id="5" creationId="{0B23A384-D1E6-21A8-C8C2-13E99793E269}"/>
          </ac:picMkLst>
        </pc:picChg>
      </pc:sldChg>
      <pc:sldChg chg="addSp delSp modSp mod modTransition setBg modNotesTx">
        <pc:chgData name="David Fußenegger" userId="5399654e7fa240a7" providerId="LiveId" clId="{3A718775-B0A6-4BA6-B6FD-A3A6989AFF89}" dt="2026-06-22T17:09:39.071" v="922" actId="20577"/>
        <pc:sldMkLst>
          <pc:docMk/>
          <pc:sldMk cId="848370328" sldId="257"/>
        </pc:sldMkLst>
        <pc:spChg chg="mod">
          <ac:chgData name="David Fußenegger" userId="5399654e7fa240a7" providerId="LiveId" clId="{3A718775-B0A6-4BA6-B6FD-A3A6989AFF89}" dt="2026-06-19T20:12:57.878" v="198" actId="26606"/>
          <ac:spMkLst>
            <pc:docMk/>
            <pc:sldMk cId="848370328" sldId="257"/>
            <ac:spMk id="2" creationId="{217FC04B-9366-5DF7-8275-1E7815E631F7}"/>
          </ac:spMkLst>
        </pc:spChg>
        <pc:spChg chg="mod">
          <ac:chgData name="David Fußenegger" userId="5399654e7fa240a7" providerId="LiveId" clId="{3A718775-B0A6-4BA6-B6FD-A3A6989AFF89}" dt="2026-06-19T20:12:57.878" v="198" actId="26606"/>
          <ac:spMkLst>
            <pc:docMk/>
            <pc:sldMk cId="848370328" sldId="257"/>
            <ac:spMk id="3" creationId="{D8E82703-1D87-7926-4028-05D8EA6E0A10}"/>
          </ac:spMkLst>
        </pc:spChg>
        <pc:spChg chg="add del">
          <ac:chgData name="David Fußenegger" userId="5399654e7fa240a7" providerId="LiveId" clId="{3A718775-B0A6-4BA6-B6FD-A3A6989AFF89}" dt="2026-06-19T20:12:57.878" v="198" actId="26606"/>
          <ac:spMkLst>
            <pc:docMk/>
            <pc:sldMk cId="848370328" sldId="257"/>
            <ac:spMk id="10" creationId="{F94AA2BD-2E3F-4B1D-8127-5744B8115311}"/>
          </ac:spMkLst>
        </pc:spChg>
        <pc:spChg chg="add del">
          <ac:chgData name="David Fußenegger" userId="5399654e7fa240a7" providerId="LiveId" clId="{3A718775-B0A6-4BA6-B6FD-A3A6989AFF89}" dt="2026-06-19T20:12:57.878" v="198" actId="26606"/>
          <ac:spMkLst>
            <pc:docMk/>
            <pc:sldMk cId="848370328" sldId="257"/>
            <ac:spMk id="12" creationId="{4BD02261-2DC8-4AA8-9E16-7751AE892445}"/>
          </ac:spMkLst>
        </pc:spChg>
        <pc:spChg chg="add del">
          <ac:chgData name="David Fußenegger" userId="5399654e7fa240a7" providerId="LiveId" clId="{3A718775-B0A6-4BA6-B6FD-A3A6989AFF89}" dt="2026-06-19T20:12:57.878" v="198" actId="26606"/>
          <ac:spMkLst>
            <pc:docMk/>
            <pc:sldMk cId="848370328" sldId="257"/>
            <ac:spMk id="14" creationId="{3D752CF2-2291-40B5-B462-C17B174C10BC}"/>
          </ac:spMkLst>
        </pc:spChg>
        <pc:grpChg chg="add">
          <ac:chgData name="David Fußenegger" userId="5399654e7fa240a7" providerId="LiveId" clId="{3A718775-B0A6-4BA6-B6FD-A3A6989AFF89}" dt="2026-06-19T20:12:57.878" v="198" actId="26606"/>
          <ac:grpSpMkLst>
            <pc:docMk/>
            <pc:sldMk cId="848370328" sldId="257"/>
            <ac:grpSpMk id="19" creationId="{114ED94A-C85D-4CD3-4205-438D21CE6B38}"/>
          </ac:grpSpMkLst>
        </pc:grpChg>
        <pc:picChg chg="add mod">
          <ac:chgData name="David Fußenegger" userId="5399654e7fa240a7" providerId="LiveId" clId="{3A718775-B0A6-4BA6-B6FD-A3A6989AFF89}" dt="2026-06-19T20:12:57.878" v="198" actId="26606"/>
          <ac:picMkLst>
            <pc:docMk/>
            <pc:sldMk cId="848370328" sldId="257"/>
            <ac:picMk id="5" creationId="{32C39DE9-AA4D-6604-59E6-F2F9E0DD25A1}"/>
          </ac:picMkLst>
        </pc:picChg>
      </pc:sldChg>
      <pc:sldChg chg="modSp del mod ord">
        <pc:chgData name="David Fußenegger" userId="5399654e7fa240a7" providerId="LiveId" clId="{3A718775-B0A6-4BA6-B6FD-A3A6989AFF89}" dt="2026-06-19T20:11:36.065" v="166" actId="2696"/>
        <pc:sldMkLst>
          <pc:docMk/>
          <pc:sldMk cId="1621582227" sldId="258"/>
        </pc:sldMkLst>
        <pc:spChg chg="mod">
          <ac:chgData name="David Fußenegger" userId="5399654e7fa240a7" providerId="LiveId" clId="{3A718775-B0A6-4BA6-B6FD-A3A6989AFF89}" dt="2026-06-19T09:07:12.851" v="95" actId="20577"/>
          <ac:spMkLst>
            <pc:docMk/>
            <pc:sldMk cId="1621582227" sldId="258"/>
            <ac:spMk id="2" creationId="{94EB7A16-0469-2167-1E9D-5D70C2A140FE}"/>
          </ac:spMkLst>
        </pc:spChg>
      </pc:sldChg>
      <pc:sldChg chg="modSp del mod">
        <pc:chgData name="David Fußenegger" userId="5399654e7fa240a7" providerId="LiveId" clId="{3A718775-B0A6-4BA6-B6FD-A3A6989AFF89}" dt="2026-06-19T20:11:28.684" v="165" actId="2696"/>
        <pc:sldMkLst>
          <pc:docMk/>
          <pc:sldMk cId="2660149841" sldId="259"/>
        </pc:sldMkLst>
        <pc:spChg chg="mod">
          <ac:chgData name="David Fußenegger" userId="5399654e7fa240a7" providerId="LiveId" clId="{3A718775-B0A6-4BA6-B6FD-A3A6989AFF89}" dt="2026-06-17T15:06:54.807" v="54" actId="20577"/>
          <ac:spMkLst>
            <pc:docMk/>
            <pc:sldMk cId="2660149841" sldId="259"/>
            <ac:spMk id="2" creationId="{BC0512B1-ADEE-74D2-46BF-1BE5D96BD03E}"/>
          </ac:spMkLst>
        </pc:spChg>
        <pc:spChg chg="mod">
          <ac:chgData name="David Fußenegger" userId="5399654e7fa240a7" providerId="LiveId" clId="{3A718775-B0A6-4BA6-B6FD-A3A6989AFF89}" dt="2026-06-19T20:11:23.768" v="164" actId="20577"/>
          <ac:spMkLst>
            <pc:docMk/>
            <pc:sldMk cId="2660149841" sldId="259"/>
            <ac:spMk id="3" creationId="{5A74F095-8DD9-1BDB-12B1-537A0F8077D0}"/>
          </ac:spMkLst>
        </pc:spChg>
      </pc:sldChg>
      <pc:sldChg chg="addSp delSp modSp new del mod">
        <pc:chgData name="David Fußenegger" userId="5399654e7fa240a7" providerId="LiveId" clId="{3A718775-B0A6-4BA6-B6FD-A3A6989AFF89}" dt="2026-06-19T20:17:19.886" v="207" actId="2696"/>
        <pc:sldMkLst>
          <pc:docMk/>
          <pc:sldMk cId="2172733144" sldId="260"/>
        </pc:sldMkLst>
        <pc:spChg chg="mod">
          <ac:chgData name="David Fußenegger" userId="5399654e7fa240a7" providerId="LiveId" clId="{3A718775-B0A6-4BA6-B6FD-A3A6989AFF89}" dt="2026-06-19T20:13:05.465" v="199" actId="20577"/>
          <ac:spMkLst>
            <pc:docMk/>
            <pc:sldMk cId="2172733144" sldId="260"/>
            <ac:spMk id="2" creationId="{B1F8E8D7-05F6-2C15-54D8-931C0A1BF3EB}"/>
          </ac:spMkLst>
        </pc:spChg>
        <pc:picChg chg="add del mod">
          <ac:chgData name="David Fußenegger" userId="5399654e7fa240a7" providerId="LiveId" clId="{3A718775-B0A6-4BA6-B6FD-A3A6989AFF89}" dt="2026-06-19T20:14:01.776" v="206" actId="478"/>
          <ac:picMkLst>
            <pc:docMk/>
            <pc:sldMk cId="2172733144" sldId="260"/>
            <ac:picMk id="4" creationId="{E19D1358-0E80-5201-393E-BE93AC394D01}"/>
          </ac:picMkLst>
        </pc:picChg>
      </pc:sldChg>
      <pc:sldChg chg="del">
        <pc:chgData name="David Fußenegger" userId="5399654e7fa240a7" providerId="LiveId" clId="{3A718775-B0A6-4BA6-B6FD-A3A6989AFF89}" dt="2026-06-17T15:07:01.961" v="55" actId="2696"/>
        <pc:sldMkLst>
          <pc:docMk/>
          <pc:sldMk cId="4159819314" sldId="260"/>
        </pc:sldMkLst>
      </pc:sldChg>
      <pc:sldChg chg="modSp new del mod">
        <pc:chgData name="David Fußenegger" userId="5399654e7fa240a7" providerId="LiveId" clId="{3A718775-B0A6-4BA6-B6FD-A3A6989AFF89}" dt="2026-06-19T20:12:32.292" v="186" actId="2696"/>
        <pc:sldMkLst>
          <pc:docMk/>
          <pc:sldMk cId="336735047" sldId="261"/>
        </pc:sldMkLst>
        <pc:spChg chg="mod">
          <ac:chgData name="David Fußenegger" userId="5399654e7fa240a7" providerId="LiveId" clId="{3A718775-B0A6-4BA6-B6FD-A3A6989AFF89}" dt="2026-06-19T20:12:29.555" v="185" actId="20577"/>
          <ac:spMkLst>
            <pc:docMk/>
            <pc:sldMk cId="336735047" sldId="261"/>
            <ac:spMk id="2" creationId="{4FB4C379-92DB-AD18-CF34-AB5CD3BD16D2}"/>
          </ac:spMkLst>
        </pc:spChg>
      </pc:sldChg>
      <pc:sldChg chg="addSp delSp modSp new mod modTransition setBg modNotesTx">
        <pc:chgData name="David Fußenegger" userId="5399654e7fa240a7" providerId="LiveId" clId="{3A718775-B0A6-4BA6-B6FD-A3A6989AFF89}" dt="2026-06-22T17:13:48.995" v="1355" actId="20577"/>
        <pc:sldMkLst>
          <pc:docMk/>
          <pc:sldMk cId="1265426179" sldId="261"/>
        </pc:sldMkLst>
        <pc:spChg chg="add del">
          <ac:chgData name="David Fußenegger" userId="5399654e7fa240a7" providerId="LiveId" clId="{3A718775-B0A6-4BA6-B6FD-A3A6989AFF89}" dt="2026-06-19T20:12:40.798" v="190" actId="26606"/>
          <ac:spMkLst>
            <pc:docMk/>
            <pc:sldMk cId="1265426179" sldId="261"/>
            <ac:spMk id="1031" creationId="{C83A5C14-ED91-4CD1-809E-D29FF97C9AF5}"/>
          </ac:spMkLst>
        </pc:spChg>
        <pc:spChg chg="add del">
          <ac:chgData name="David Fußenegger" userId="5399654e7fa240a7" providerId="LiveId" clId="{3A718775-B0A6-4BA6-B6FD-A3A6989AFF89}" dt="2026-06-19T20:12:40.798" v="190" actId="26606"/>
          <ac:spMkLst>
            <pc:docMk/>
            <pc:sldMk cId="1265426179" sldId="261"/>
            <ac:spMk id="1033" creationId="{56065185-5C34-4F86-AA96-AA4D065B0EF4}"/>
          </ac:spMkLst>
        </pc:spChg>
        <pc:spChg chg="add del">
          <ac:chgData name="David Fußenegger" userId="5399654e7fa240a7" providerId="LiveId" clId="{3A718775-B0A6-4BA6-B6FD-A3A6989AFF89}" dt="2026-06-19T20:12:42.777" v="192" actId="26606"/>
          <ac:spMkLst>
            <pc:docMk/>
            <pc:sldMk cId="1265426179" sldId="261"/>
            <ac:spMk id="1035" creationId="{CFC5F0E7-644F-4101-BE72-12825CF537E7}"/>
          </ac:spMkLst>
        </pc:spChg>
        <pc:spChg chg="add del">
          <ac:chgData name="David Fußenegger" userId="5399654e7fa240a7" providerId="LiveId" clId="{3A718775-B0A6-4BA6-B6FD-A3A6989AFF89}" dt="2026-06-19T20:12:42.777" v="192" actId="26606"/>
          <ac:spMkLst>
            <pc:docMk/>
            <pc:sldMk cId="1265426179" sldId="261"/>
            <ac:spMk id="1036" creationId="{8950AD4C-6AF3-49F8-94E1-DBCAFB39478B}"/>
          </ac:spMkLst>
        </pc:spChg>
        <pc:spChg chg="add del">
          <ac:chgData name="David Fußenegger" userId="5399654e7fa240a7" providerId="LiveId" clId="{3A718775-B0A6-4BA6-B6FD-A3A6989AFF89}" dt="2026-06-19T20:12:42.777" v="192" actId="26606"/>
          <ac:spMkLst>
            <pc:docMk/>
            <pc:sldMk cId="1265426179" sldId="261"/>
            <ac:spMk id="1037" creationId="{B1F9B6B4-B0C4-45C6-A086-901C960D03E7}"/>
          </ac:spMkLst>
        </pc:spChg>
        <pc:spChg chg="add del">
          <ac:chgData name="David Fußenegger" userId="5399654e7fa240a7" providerId="LiveId" clId="{3A718775-B0A6-4BA6-B6FD-A3A6989AFF89}" dt="2026-06-19T20:12:42.777" v="192" actId="26606"/>
          <ac:spMkLst>
            <pc:docMk/>
            <pc:sldMk cId="1265426179" sldId="261"/>
            <ac:spMk id="1038" creationId="{8DBEAE55-3EA1-41D7-A212-5F7D8986C1F2}"/>
          </ac:spMkLst>
        </pc:spChg>
        <pc:spChg chg="add del">
          <ac:chgData name="David Fußenegger" userId="5399654e7fa240a7" providerId="LiveId" clId="{3A718775-B0A6-4BA6-B6FD-A3A6989AFF89}" dt="2026-06-19T20:12:43.852" v="194" actId="26606"/>
          <ac:spMkLst>
            <pc:docMk/>
            <pc:sldMk cId="1265426179" sldId="261"/>
            <ac:spMk id="1040" creationId="{C83A5C14-ED91-4CD1-809E-D29FF97C9AF5}"/>
          </ac:spMkLst>
        </pc:spChg>
        <pc:spChg chg="add del">
          <ac:chgData name="David Fußenegger" userId="5399654e7fa240a7" providerId="LiveId" clId="{3A718775-B0A6-4BA6-B6FD-A3A6989AFF89}" dt="2026-06-19T20:12:43.852" v="194" actId="26606"/>
          <ac:spMkLst>
            <pc:docMk/>
            <pc:sldMk cId="1265426179" sldId="261"/>
            <ac:spMk id="1041" creationId="{56065185-5C34-4F86-AA96-AA4D065B0EF4}"/>
          </ac:spMkLst>
        </pc:spChg>
        <pc:spChg chg="add del">
          <ac:chgData name="David Fußenegger" userId="5399654e7fa240a7" providerId="LiveId" clId="{3A718775-B0A6-4BA6-B6FD-A3A6989AFF89}" dt="2026-06-19T20:12:46.214" v="196" actId="26606"/>
          <ac:spMkLst>
            <pc:docMk/>
            <pc:sldMk cId="1265426179" sldId="261"/>
            <ac:spMk id="1043" creationId="{AB8C311F-7253-4AED-9701-7FC0708C41C7}"/>
          </ac:spMkLst>
        </pc:spChg>
        <pc:spChg chg="add del">
          <ac:chgData name="David Fußenegger" userId="5399654e7fa240a7" providerId="LiveId" clId="{3A718775-B0A6-4BA6-B6FD-A3A6989AFF89}" dt="2026-06-19T20:12:46.214" v="196" actId="26606"/>
          <ac:spMkLst>
            <pc:docMk/>
            <pc:sldMk cId="1265426179" sldId="261"/>
            <ac:spMk id="1044" creationId="{E2384209-CB15-4CDF-9D31-C44FD9A3F20D}"/>
          </ac:spMkLst>
        </pc:spChg>
        <pc:spChg chg="add del">
          <ac:chgData name="David Fußenegger" userId="5399654e7fa240a7" providerId="LiveId" clId="{3A718775-B0A6-4BA6-B6FD-A3A6989AFF89}" dt="2026-06-19T20:12:46.214" v="196" actId="26606"/>
          <ac:spMkLst>
            <pc:docMk/>
            <pc:sldMk cId="1265426179" sldId="261"/>
            <ac:spMk id="1045" creationId="{2633B3B5-CC90-43F0-8714-D31D1F3F0209}"/>
          </ac:spMkLst>
        </pc:spChg>
        <pc:spChg chg="add del">
          <ac:chgData name="David Fußenegger" userId="5399654e7fa240a7" providerId="LiveId" clId="{3A718775-B0A6-4BA6-B6FD-A3A6989AFF89}" dt="2026-06-19T20:12:46.214" v="196" actId="26606"/>
          <ac:spMkLst>
            <pc:docMk/>
            <pc:sldMk cId="1265426179" sldId="261"/>
            <ac:spMk id="1046" creationId="{A8D57A06-A426-446D-B02C-A2DC6B62E45E}"/>
          </ac:spMkLst>
        </pc:spChg>
        <pc:spChg chg="add">
          <ac:chgData name="David Fußenegger" userId="5399654e7fa240a7" providerId="LiveId" clId="{3A718775-B0A6-4BA6-B6FD-A3A6989AFF89}" dt="2026-06-19T20:12:46.216" v="197" actId="26606"/>
          <ac:spMkLst>
            <pc:docMk/>
            <pc:sldMk cId="1265426179" sldId="261"/>
            <ac:spMk id="1048" creationId="{16B067B1-F4E5-4FDF-813D-C9E872E80075}"/>
          </ac:spMkLst>
        </pc:spChg>
        <pc:picChg chg="add mod">
          <ac:chgData name="David Fußenegger" userId="5399654e7fa240a7" providerId="LiveId" clId="{3A718775-B0A6-4BA6-B6FD-A3A6989AFF89}" dt="2026-06-19T20:12:46.216" v="197" actId="26606"/>
          <ac:picMkLst>
            <pc:docMk/>
            <pc:sldMk cId="1265426179" sldId="261"/>
            <ac:picMk id="1026" creationId="{46F81845-C0DA-245E-5E97-5447A7981F64}"/>
          </ac:picMkLst>
        </pc:picChg>
      </pc:sldChg>
      <pc:sldChg chg="addSp delSp modSp new mod modTransition setBg modNotesTx">
        <pc:chgData name="David Fußenegger" userId="5399654e7fa240a7" providerId="LiveId" clId="{3A718775-B0A6-4BA6-B6FD-A3A6989AFF89}" dt="2026-06-22T17:14:06.810" v="1390" actId="20577"/>
        <pc:sldMkLst>
          <pc:docMk/>
          <pc:sldMk cId="1718135560" sldId="262"/>
        </pc:sldMkLst>
        <pc:spChg chg="add del">
          <ac:chgData name="David Fußenegger" userId="5399654e7fa240a7" providerId="LiveId" clId="{3A718775-B0A6-4BA6-B6FD-A3A6989AFF89}" dt="2026-06-19T20:20:15.341" v="210" actId="478"/>
          <ac:spMkLst>
            <pc:docMk/>
            <pc:sldMk cId="1718135560" sldId="262"/>
            <ac:spMk id="2" creationId="{F12814CA-230F-4785-A51E-82B6CE8D5E43}"/>
          </ac:spMkLst>
        </pc:spChg>
        <pc:spChg chg="add">
          <ac:chgData name="David Fußenegger" userId="5399654e7fa240a7" providerId="LiveId" clId="{3A718775-B0A6-4BA6-B6FD-A3A6989AFF89}" dt="2026-06-19T20:20:59.260" v="216" actId="26606"/>
          <ac:spMkLst>
            <pc:docMk/>
            <pc:sldMk cId="1718135560" sldId="262"/>
            <ac:spMk id="9" creationId="{42A4FC2C-047E-45A5-965D-8E1E3BF09BC6}"/>
          </ac:spMkLst>
        </pc:spChg>
        <pc:picChg chg="add mod">
          <ac:chgData name="David Fußenegger" userId="5399654e7fa240a7" providerId="LiveId" clId="{3A718775-B0A6-4BA6-B6FD-A3A6989AFF89}" dt="2026-06-19T20:20:59.260" v="216" actId="26606"/>
          <ac:picMkLst>
            <pc:docMk/>
            <pc:sldMk cId="1718135560" sldId="262"/>
            <ac:picMk id="4" creationId="{38B5CBC8-4B12-1E9A-E4D5-F40B4EF2B933}"/>
          </ac:picMkLst>
        </pc:picChg>
      </pc:sldChg>
      <pc:sldChg chg="addSp delSp modSp new mod ord modTransition setBg modNotesTx">
        <pc:chgData name="David Fußenegger" userId="5399654e7fa240a7" providerId="LiveId" clId="{3A718775-B0A6-4BA6-B6FD-A3A6989AFF89}" dt="2026-06-22T17:10:38.461" v="1033" actId="20577"/>
        <pc:sldMkLst>
          <pc:docMk/>
          <pc:sldMk cId="1106808368" sldId="263"/>
        </pc:sldMkLst>
        <pc:spChg chg="mod">
          <ac:chgData name="David Fußenegger" userId="5399654e7fa240a7" providerId="LiveId" clId="{3A718775-B0A6-4BA6-B6FD-A3A6989AFF89}" dt="2026-06-22T17:03:25.977" v="569" actId="26606"/>
          <ac:spMkLst>
            <pc:docMk/>
            <pc:sldMk cId="1106808368" sldId="263"/>
            <ac:spMk id="2" creationId="{41CFA282-96AA-9864-61DB-4F77C2F79ED3}"/>
          </ac:spMkLst>
        </pc:spChg>
        <pc:spChg chg="mod ord">
          <ac:chgData name="David Fußenegger" userId="5399654e7fa240a7" providerId="LiveId" clId="{3A718775-B0A6-4BA6-B6FD-A3A6989AFF89}" dt="2026-06-22T17:03:25.977" v="569" actId="26606"/>
          <ac:spMkLst>
            <pc:docMk/>
            <pc:sldMk cId="1106808368" sldId="263"/>
            <ac:spMk id="3" creationId="{27C7FCBB-7B2A-9256-9620-1D898FC01590}"/>
          </ac:spMkLst>
        </pc:spChg>
        <pc:spChg chg="add del">
          <ac:chgData name="David Fußenegger" userId="5399654e7fa240a7" providerId="LiveId" clId="{3A718775-B0A6-4BA6-B6FD-A3A6989AFF89}" dt="2026-06-22T17:02:58.224" v="561" actId="26606"/>
          <ac:spMkLst>
            <pc:docMk/>
            <pc:sldMk cId="1106808368" sldId="263"/>
            <ac:spMk id="24" creationId="{3540989C-C7B8-473B-BF87-6F2DA6A90006}"/>
          </ac:spMkLst>
        </pc:spChg>
        <pc:spChg chg="add del">
          <ac:chgData name="David Fußenegger" userId="5399654e7fa240a7" providerId="LiveId" clId="{3A718775-B0A6-4BA6-B6FD-A3A6989AFF89}" dt="2026-06-22T17:02:58.224" v="561" actId="26606"/>
          <ac:spMkLst>
            <pc:docMk/>
            <pc:sldMk cId="1106808368" sldId="263"/>
            <ac:spMk id="32" creationId="{B1595A09-E336-4D1B-9B3A-06A2287A54E2}"/>
          </ac:spMkLst>
        </pc:spChg>
        <pc:spChg chg="add del">
          <ac:chgData name="David Fußenegger" userId="5399654e7fa240a7" providerId="LiveId" clId="{3A718775-B0A6-4BA6-B6FD-A3A6989AFF89}" dt="2026-06-22T17:03:15.647" v="565" actId="26606"/>
          <ac:spMkLst>
            <pc:docMk/>
            <pc:sldMk cId="1106808368" sldId="263"/>
            <ac:spMk id="37" creationId="{A2679492-7988-4050-9056-542444452411}"/>
          </ac:spMkLst>
        </pc:spChg>
        <pc:spChg chg="add del">
          <ac:chgData name="David Fußenegger" userId="5399654e7fa240a7" providerId="LiveId" clId="{3A718775-B0A6-4BA6-B6FD-A3A6989AFF89}" dt="2026-06-22T17:03:15.647" v="565" actId="26606"/>
          <ac:spMkLst>
            <pc:docMk/>
            <pc:sldMk cId="1106808368" sldId="263"/>
            <ac:spMk id="38" creationId="{B091B163-7D61-4891-ABCF-5C13D9C418D0}"/>
          </ac:spMkLst>
        </pc:spChg>
        <pc:grpChg chg="add del">
          <ac:chgData name="David Fußenegger" userId="5399654e7fa240a7" providerId="LiveId" clId="{3A718775-B0A6-4BA6-B6FD-A3A6989AFF89}" dt="2026-06-22T07:28:17.866" v="384" actId="26606"/>
          <ac:grpSpMkLst>
            <pc:docMk/>
            <pc:sldMk cId="1106808368" sldId="263"/>
            <ac:grpSpMk id="10" creationId="{6258F736-B256-8039-9DC6-F4E49A5C5AD5}"/>
          </ac:grpSpMkLst>
        </pc:grpChg>
        <pc:grpChg chg="add del">
          <ac:chgData name="David Fußenegger" userId="5399654e7fa240a7" providerId="LiveId" clId="{3A718775-B0A6-4BA6-B6FD-A3A6989AFF89}" dt="2026-06-22T17:03:25.983" v="570" actId="26606"/>
          <ac:grpSpMkLst>
            <pc:docMk/>
            <pc:sldMk cId="1106808368" sldId="263"/>
            <ac:grpSpMk id="15" creationId="{114ED94A-C85D-4CD3-4205-438D21CE6B38}"/>
          </ac:grpSpMkLst>
        </pc:grpChg>
        <pc:grpChg chg="add del">
          <ac:chgData name="David Fußenegger" userId="5399654e7fa240a7" providerId="LiveId" clId="{3A718775-B0A6-4BA6-B6FD-A3A6989AFF89}" dt="2026-06-22T17:02:55.019" v="557" actId="26606"/>
          <ac:grpSpMkLst>
            <pc:docMk/>
            <pc:sldMk cId="1106808368" sldId="263"/>
            <ac:grpSpMk id="22" creationId="{114ED94A-C85D-4CD3-4205-438D21CE6B38}"/>
          </ac:grpSpMkLst>
        </pc:grpChg>
        <pc:grpChg chg="add del">
          <ac:chgData name="David Fußenegger" userId="5399654e7fa240a7" providerId="LiveId" clId="{3A718775-B0A6-4BA6-B6FD-A3A6989AFF89}" dt="2026-06-22T17:02:56.764" v="559" actId="26606"/>
          <ac:grpSpMkLst>
            <pc:docMk/>
            <pc:sldMk cId="1106808368" sldId="263"/>
            <ac:grpSpMk id="28" creationId="{3AFCAD34-1AFC-BC1A-F6B2-C34C63912EAB}"/>
          </ac:grpSpMkLst>
        </pc:grpChg>
        <pc:grpChg chg="add del">
          <ac:chgData name="David Fußenegger" userId="5399654e7fa240a7" providerId="LiveId" clId="{3A718775-B0A6-4BA6-B6FD-A3A6989AFF89}" dt="2026-06-22T17:03:07.923" v="563" actId="26606"/>
          <ac:grpSpMkLst>
            <pc:docMk/>
            <pc:sldMk cId="1106808368" sldId="263"/>
            <ac:grpSpMk id="34" creationId="{114ED94A-C85D-4CD3-4205-438D21CE6B38}"/>
          </ac:grpSpMkLst>
        </pc:grpChg>
        <pc:grpChg chg="add del">
          <ac:chgData name="David Fußenegger" userId="5399654e7fa240a7" providerId="LiveId" clId="{3A718775-B0A6-4BA6-B6FD-A3A6989AFF89}" dt="2026-06-22T17:03:23.011" v="567" actId="26606"/>
          <ac:grpSpMkLst>
            <pc:docMk/>
            <pc:sldMk cId="1106808368" sldId="263"/>
            <ac:grpSpMk id="41" creationId="{F2221BB3-7B5D-C899-7745-66D7AC3232A7}"/>
          </ac:grpSpMkLst>
        </pc:grpChg>
        <pc:grpChg chg="add del">
          <ac:chgData name="David Fußenegger" userId="5399654e7fa240a7" providerId="LiveId" clId="{3A718775-B0A6-4BA6-B6FD-A3A6989AFF89}" dt="2026-06-22T17:03:25.977" v="569" actId="26606"/>
          <ac:grpSpMkLst>
            <pc:docMk/>
            <pc:sldMk cId="1106808368" sldId="263"/>
            <ac:grpSpMk id="44" creationId="{E4A41B9E-A0C8-F78B-E5B6-A0D02D8810B5}"/>
          </ac:grpSpMkLst>
        </pc:grpChg>
        <pc:grpChg chg="add">
          <ac:chgData name="David Fußenegger" userId="5399654e7fa240a7" providerId="LiveId" clId="{3A718775-B0A6-4BA6-B6FD-A3A6989AFF89}" dt="2026-06-22T17:03:25.983" v="570" actId="26606"/>
          <ac:grpSpMkLst>
            <pc:docMk/>
            <pc:sldMk cId="1106808368" sldId="263"/>
            <ac:grpSpMk id="48" creationId="{114ED94A-C85D-4CD3-4205-438D21CE6B38}"/>
          </ac:grpSpMkLst>
        </pc:grpChg>
        <pc:picChg chg="add del mod">
          <ac:chgData name="David Fußenegger" userId="5399654e7fa240a7" providerId="LiveId" clId="{3A718775-B0A6-4BA6-B6FD-A3A6989AFF89}" dt="2026-06-22T17:02:47.412" v="554" actId="478"/>
          <ac:picMkLst>
            <pc:docMk/>
            <pc:sldMk cId="1106808368" sldId="263"/>
            <ac:picMk id="5" creationId="{194B312E-7EF8-227A-5488-8076CC7F9C51}"/>
          </ac:picMkLst>
        </pc:picChg>
        <pc:picChg chg="add mod">
          <ac:chgData name="David Fußenegger" userId="5399654e7fa240a7" providerId="LiveId" clId="{3A718775-B0A6-4BA6-B6FD-A3A6989AFF89}" dt="2026-06-22T17:03:27.750" v="572" actId="962"/>
          <ac:picMkLst>
            <pc:docMk/>
            <pc:sldMk cId="1106808368" sldId="263"/>
            <ac:picMk id="6" creationId="{3FC209F9-BF1E-29C5-7A0F-877A46FDE72E}"/>
          </ac:picMkLst>
        </pc:picChg>
        <pc:cxnChg chg="add del">
          <ac:chgData name="David Fußenegger" userId="5399654e7fa240a7" providerId="LiveId" clId="{3A718775-B0A6-4BA6-B6FD-A3A6989AFF89}" dt="2026-06-22T17:03:15.647" v="565" actId="26606"/>
          <ac:cxnSpMkLst>
            <pc:docMk/>
            <pc:sldMk cId="1106808368" sldId="263"/>
            <ac:cxnSpMk id="39" creationId="{C49DA8F6-BCC1-4447-B54C-57856834B94B}"/>
          </ac:cxnSpMkLst>
        </pc:cxnChg>
      </pc:sldChg>
      <pc:sldChg chg="addSp delSp modSp new mod modTransition setBg modNotesTx">
        <pc:chgData name="David Fußenegger" userId="5399654e7fa240a7" providerId="LiveId" clId="{3A718775-B0A6-4BA6-B6FD-A3A6989AFF89}" dt="2026-06-22T17:13:37.943" v="1346" actId="20577"/>
        <pc:sldMkLst>
          <pc:docMk/>
          <pc:sldMk cId="3162287544" sldId="264"/>
        </pc:sldMkLst>
        <pc:spChg chg="mod">
          <ac:chgData name="David Fußenegger" userId="5399654e7fa240a7" providerId="LiveId" clId="{3A718775-B0A6-4BA6-B6FD-A3A6989AFF89}" dt="2026-06-22T17:06:05.880" v="594" actId="26606"/>
          <ac:spMkLst>
            <pc:docMk/>
            <pc:sldMk cId="3162287544" sldId="264"/>
            <ac:spMk id="2" creationId="{7D68090D-560E-5AF5-9648-DB9EA4A1B330}"/>
          </ac:spMkLst>
        </pc:spChg>
        <pc:spChg chg="mod ord">
          <ac:chgData name="David Fußenegger" userId="5399654e7fa240a7" providerId="LiveId" clId="{3A718775-B0A6-4BA6-B6FD-A3A6989AFF89}" dt="2026-06-22T17:06:05.880" v="594" actId="26606"/>
          <ac:spMkLst>
            <pc:docMk/>
            <pc:sldMk cId="3162287544" sldId="264"/>
            <ac:spMk id="3" creationId="{5C67E575-C111-02D4-C1C6-8B9EE3A78851}"/>
          </ac:spMkLst>
        </pc:spChg>
        <pc:spChg chg="add del">
          <ac:chgData name="David Fußenegger" userId="5399654e7fa240a7" providerId="LiveId" clId="{3A718775-B0A6-4BA6-B6FD-A3A6989AFF89}" dt="2026-06-22T17:06:05.864" v="593" actId="26606"/>
          <ac:spMkLst>
            <pc:docMk/>
            <pc:sldMk cId="3162287544" sldId="264"/>
            <ac:spMk id="1040" creationId="{A2679492-7988-4050-9056-542444452411}"/>
          </ac:spMkLst>
        </pc:spChg>
        <pc:spChg chg="add del">
          <ac:chgData name="David Fußenegger" userId="5399654e7fa240a7" providerId="LiveId" clId="{3A718775-B0A6-4BA6-B6FD-A3A6989AFF89}" dt="2026-06-22T17:06:05.864" v="593" actId="26606"/>
          <ac:spMkLst>
            <pc:docMk/>
            <pc:sldMk cId="3162287544" sldId="264"/>
            <ac:spMk id="1042" creationId="{B091B163-7D61-4891-ABCF-5C13D9C418D0}"/>
          </ac:spMkLst>
        </pc:spChg>
        <pc:spChg chg="add">
          <ac:chgData name="David Fußenegger" userId="5399654e7fa240a7" providerId="LiveId" clId="{3A718775-B0A6-4BA6-B6FD-A3A6989AFF89}" dt="2026-06-22T17:06:05.880" v="594" actId="26606"/>
          <ac:spMkLst>
            <pc:docMk/>
            <pc:sldMk cId="3162287544" sldId="264"/>
            <ac:spMk id="1046" creationId="{A2679492-7988-4050-9056-542444452411}"/>
          </ac:spMkLst>
        </pc:spChg>
        <pc:spChg chg="add">
          <ac:chgData name="David Fußenegger" userId="5399654e7fa240a7" providerId="LiveId" clId="{3A718775-B0A6-4BA6-B6FD-A3A6989AFF89}" dt="2026-06-22T17:06:05.880" v="594" actId="26606"/>
          <ac:spMkLst>
            <pc:docMk/>
            <pc:sldMk cId="3162287544" sldId="264"/>
            <ac:spMk id="1047" creationId="{B091B163-7D61-4891-ABCF-5C13D9C418D0}"/>
          </ac:spMkLst>
        </pc:spChg>
        <pc:grpChg chg="add del">
          <ac:chgData name="David Fußenegger" userId="5399654e7fa240a7" providerId="LiveId" clId="{3A718775-B0A6-4BA6-B6FD-A3A6989AFF89}" dt="2026-06-22T17:06:05.880" v="594" actId="26606"/>
          <ac:grpSpMkLst>
            <pc:docMk/>
            <pc:sldMk cId="3162287544" sldId="264"/>
            <ac:grpSpMk id="1031" creationId="{114ED94A-C85D-4CD3-4205-438D21CE6B38}"/>
          </ac:grpSpMkLst>
        </pc:grpChg>
        <pc:picChg chg="add del mod">
          <ac:chgData name="David Fußenegger" userId="5399654e7fa240a7" providerId="LiveId" clId="{3A718775-B0A6-4BA6-B6FD-A3A6989AFF89}" dt="2026-06-22T17:06:05.880" v="594" actId="26606"/>
          <ac:picMkLst>
            <pc:docMk/>
            <pc:sldMk cId="3162287544" sldId="264"/>
            <ac:picMk id="1026" creationId="{7D0FF4E7-0700-FA63-B931-093ED8F254BC}"/>
          </ac:picMkLst>
        </pc:picChg>
        <pc:cxnChg chg="add del">
          <ac:chgData name="David Fußenegger" userId="5399654e7fa240a7" providerId="LiveId" clId="{3A718775-B0A6-4BA6-B6FD-A3A6989AFF89}" dt="2026-06-22T17:06:05.864" v="593" actId="26606"/>
          <ac:cxnSpMkLst>
            <pc:docMk/>
            <pc:sldMk cId="3162287544" sldId="264"/>
            <ac:cxnSpMk id="1044" creationId="{C49DA8F6-BCC1-4447-B54C-57856834B94B}"/>
          </ac:cxnSpMkLst>
        </pc:cxnChg>
        <pc:cxnChg chg="add">
          <ac:chgData name="David Fußenegger" userId="5399654e7fa240a7" providerId="LiveId" clId="{3A718775-B0A6-4BA6-B6FD-A3A6989AFF89}" dt="2026-06-22T17:06:05.880" v="594" actId="26606"/>
          <ac:cxnSpMkLst>
            <pc:docMk/>
            <pc:sldMk cId="3162287544" sldId="264"/>
            <ac:cxnSpMk id="1048" creationId="{C49DA8F6-BCC1-4447-B54C-57856834B94B}"/>
          </ac:cxnSpMkLst>
        </pc:cxnChg>
      </pc:sldChg>
      <pc:sldChg chg="addSp delSp modSp new mod modTransition setBg modNotesTx">
        <pc:chgData name="David Fußenegger" userId="5399654e7fa240a7" providerId="LiveId" clId="{3A718775-B0A6-4BA6-B6FD-A3A6989AFF89}" dt="2026-06-22T17:08:04.296" v="740" actId="20577"/>
        <pc:sldMkLst>
          <pc:docMk/>
          <pc:sldMk cId="96327291" sldId="265"/>
        </pc:sldMkLst>
        <pc:spChg chg="mod">
          <ac:chgData name="David Fußenegger" userId="5399654e7fa240a7" providerId="LiveId" clId="{3A718775-B0A6-4BA6-B6FD-A3A6989AFF89}" dt="2026-06-22T17:04:44.928" v="585" actId="26606"/>
          <ac:spMkLst>
            <pc:docMk/>
            <pc:sldMk cId="96327291" sldId="265"/>
            <ac:spMk id="2" creationId="{879730AC-8BD2-EB7B-2E69-3AD4750C14A4}"/>
          </ac:spMkLst>
        </pc:spChg>
        <pc:spChg chg="mod ord">
          <ac:chgData name="David Fußenegger" userId="5399654e7fa240a7" providerId="LiveId" clId="{3A718775-B0A6-4BA6-B6FD-A3A6989AFF89}" dt="2026-06-22T17:07:53.530" v="722" actId="20577"/>
          <ac:spMkLst>
            <pc:docMk/>
            <pc:sldMk cId="96327291" sldId="265"/>
            <ac:spMk id="3" creationId="{5F2DECF5-F8D8-DBDC-A437-0118B0ED109C}"/>
          </ac:spMkLst>
        </pc:spChg>
        <pc:spChg chg="add">
          <ac:chgData name="David Fußenegger" userId="5399654e7fa240a7" providerId="LiveId" clId="{3A718775-B0A6-4BA6-B6FD-A3A6989AFF89}" dt="2026-06-22T17:04:44.928" v="585" actId="26606"/>
          <ac:spMkLst>
            <pc:docMk/>
            <pc:sldMk cId="96327291" sldId="265"/>
            <ac:spMk id="14" creationId="{B091B163-7D61-4891-ABCF-5C13D9C418D0}"/>
          </ac:spMkLst>
        </pc:spChg>
        <pc:spChg chg="add del">
          <ac:chgData name="David Fußenegger" userId="5399654e7fa240a7" providerId="LiveId" clId="{3A718775-B0A6-4BA6-B6FD-A3A6989AFF89}" dt="2026-06-22T17:04:44.909" v="584" actId="26606"/>
          <ac:spMkLst>
            <pc:docMk/>
            <pc:sldMk cId="96327291" sldId="265"/>
            <ac:spMk id="17" creationId="{A2679492-7988-4050-9056-542444452411}"/>
          </ac:spMkLst>
        </pc:spChg>
        <pc:spChg chg="add del">
          <ac:chgData name="David Fußenegger" userId="5399654e7fa240a7" providerId="LiveId" clId="{3A718775-B0A6-4BA6-B6FD-A3A6989AFF89}" dt="2026-06-22T17:04:44.909" v="584" actId="26606"/>
          <ac:spMkLst>
            <pc:docMk/>
            <pc:sldMk cId="96327291" sldId="265"/>
            <ac:spMk id="18" creationId="{B091B163-7D61-4891-ABCF-5C13D9C418D0}"/>
          </ac:spMkLst>
        </pc:spChg>
        <pc:spChg chg="add">
          <ac:chgData name="David Fußenegger" userId="5399654e7fa240a7" providerId="LiveId" clId="{3A718775-B0A6-4BA6-B6FD-A3A6989AFF89}" dt="2026-06-22T17:04:44.928" v="585" actId="26606"/>
          <ac:spMkLst>
            <pc:docMk/>
            <pc:sldMk cId="96327291" sldId="265"/>
            <ac:spMk id="20" creationId="{A2679492-7988-4050-9056-542444452411}"/>
          </ac:spMkLst>
        </pc:spChg>
        <pc:grpChg chg="add del">
          <ac:chgData name="David Fußenegger" userId="5399654e7fa240a7" providerId="LiveId" clId="{3A718775-B0A6-4BA6-B6FD-A3A6989AFF89}" dt="2026-06-22T17:04:42.036" v="582" actId="26606"/>
          <ac:grpSpMkLst>
            <pc:docMk/>
            <pc:sldMk cId="96327291" sldId="265"/>
            <ac:grpSpMk id="12" creationId="{F2221BB3-7B5D-C899-7745-66D7AC3232A7}"/>
          </ac:grpSpMkLst>
        </pc:grpChg>
        <pc:picChg chg="add mod">
          <ac:chgData name="David Fußenegger" userId="5399654e7fa240a7" providerId="LiveId" clId="{3A718775-B0A6-4BA6-B6FD-A3A6989AFF89}" dt="2026-06-22T17:04:26.638" v="577" actId="931"/>
          <ac:picMkLst>
            <pc:docMk/>
            <pc:sldMk cId="96327291" sldId="265"/>
            <ac:picMk id="5" creationId="{AE01279A-C36E-DF8B-94C4-6708A3BBEFAE}"/>
          </ac:picMkLst>
        </pc:picChg>
        <pc:picChg chg="add mod">
          <ac:chgData name="David Fußenegger" userId="5399654e7fa240a7" providerId="LiveId" clId="{3A718775-B0A6-4BA6-B6FD-A3A6989AFF89}" dt="2026-06-22T17:04:44.928" v="585" actId="26606"/>
          <ac:picMkLst>
            <pc:docMk/>
            <pc:sldMk cId="96327291" sldId="265"/>
            <ac:picMk id="7" creationId="{0A6663BB-34E3-99A1-245F-AA6F655015ED}"/>
          </ac:picMkLst>
        </pc:picChg>
        <pc:cxnChg chg="add del">
          <ac:chgData name="David Fußenegger" userId="5399654e7fa240a7" providerId="LiveId" clId="{3A718775-B0A6-4BA6-B6FD-A3A6989AFF89}" dt="2026-06-22T17:04:44.909" v="584" actId="26606"/>
          <ac:cxnSpMkLst>
            <pc:docMk/>
            <pc:sldMk cId="96327291" sldId="265"/>
            <ac:cxnSpMk id="16" creationId="{C49DA8F6-BCC1-4447-B54C-57856834B94B}"/>
          </ac:cxnSpMkLst>
        </pc:cxnChg>
        <pc:cxnChg chg="add">
          <ac:chgData name="David Fußenegger" userId="5399654e7fa240a7" providerId="LiveId" clId="{3A718775-B0A6-4BA6-B6FD-A3A6989AFF89}" dt="2026-06-22T17:04:44.928" v="585" actId="26606"/>
          <ac:cxnSpMkLst>
            <pc:docMk/>
            <pc:sldMk cId="96327291" sldId="265"/>
            <ac:cxnSpMk id="21" creationId="{C49DA8F6-BCC1-4447-B54C-57856834B94B}"/>
          </ac:cxnSpMkLst>
        </pc:cxnChg>
      </pc:sldChg>
      <pc:sldChg chg="addSp modSp new mod setBg modNotesTx">
        <pc:chgData name="David Fußenegger" userId="5399654e7fa240a7" providerId="LiveId" clId="{3A718775-B0A6-4BA6-B6FD-A3A6989AFF89}" dt="2026-06-22T17:11:47.692" v="1181" actId="20577"/>
        <pc:sldMkLst>
          <pc:docMk/>
          <pc:sldMk cId="682056137" sldId="266"/>
        </pc:sldMkLst>
        <pc:spChg chg="mod">
          <ac:chgData name="David Fußenegger" userId="5399654e7fa240a7" providerId="LiveId" clId="{3A718775-B0A6-4BA6-B6FD-A3A6989AFF89}" dt="2026-06-22T17:05:30.632" v="589" actId="26606"/>
          <ac:spMkLst>
            <pc:docMk/>
            <pc:sldMk cId="682056137" sldId="266"/>
            <ac:spMk id="2" creationId="{C1DA2F1C-E3FC-E1B0-CEF9-6B5F08B72A4E}"/>
          </ac:spMkLst>
        </pc:spChg>
        <pc:spChg chg="mod ord">
          <ac:chgData name="David Fußenegger" userId="5399654e7fa240a7" providerId="LiveId" clId="{3A718775-B0A6-4BA6-B6FD-A3A6989AFF89}" dt="2026-06-22T17:05:30.632" v="589" actId="26606"/>
          <ac:spMkLst>
            <pc:docMk/>
            <pc:sldMk cId="682056137" sldId="266"/>
            <ac:spMk id="3" creationId="{E5C76F7B-0230-E005-955D-67252B363921}"/>
          </ac:spMkLst>
        </pc:spChg>
        <pc:spChg chg="add">
          <ac:chgData name="David Fußenegger" userId="5399654e7fa240a7" providerId="LiveId" clId="{3A718775-B0A6-4BA6-B6FD-A3A6989AFF89}" dt="2026-06-22T17:05:30.632" v="589" actId="26606"/>
          <ac:spMkLst>
            <pc:docMk/>
            <pc:sldMk cId="682056137" sldId="266"/>
            <ac:spMk id="10" creationId="{A2679492-7988-4050-9056-542444452411}"/>
          </ac:spMkLst>
        </pc:spChg>
        <pc:spChg chg="add">
          <ac:chgData name="David Fußenegger" userId="5399654e7fa240a7" providerId="LiveId" clId="{3A718775-B0A6-4BA6-B6FD-A3A6989AFF89}" dt="2026-06-22T17:05:30.632" v="589" actId="26606"/>
          <ac:spMkLst>
            <pc:docMk/>
            <pc:sldMk cId="682056137" sldId="266"/>
            <ac:spMk id="12" creationId="{B091B163-7D61-4891-ABCF-5C13D9C418D0}"/>
          </ac:spMkLst>
        </pc:spChg>
        <pc:picChg chg="add mod">
          <ac:chgData name="David Fußenegger" userId="5399654e7fa240a7" providerId="LiveId" clId="{3A718775-B0A6-4BA6-B6FD-A3A6989AFF89}" dt="2026-06-22T17:05:30.632" v="589" actId="26606"/>
          <ac:picMkLst>
            <pc:docMk/>
            <pc:sldMk cId="682056137" sldId="266"/>
            <ac:picMk id="5" creationId="{61E33993-9E45-052C-751D-4255323951D3}"/>
          </ac:picMkLst>
        </pc:picChg>
        <pc:cxnChg chg="add">
          <ac:chgData name="David Fußenegger" userId="5399654e7fa240a7" providerId="LiveId" clId="{3A718775-B0A6-4BA6-B6FD-A3A6989AFF89}" dt="2026-06-22T17:05:30.632" v="589" actId="26606"/>
          <ac:cxnSpMkLst>
            <pc:docMk/>
            <pc:sldMk cId="682056137" sldId="266"/>
            <ac:cxnSpMk id="14" creationId="{C49DA8F6-BCC1-4447-B54C-57856834B94B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AT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D798E4-9A91-43A2-9419-9B0269E31946}" type="datetimeFigureOut">
              <a:rPr lang="de-AT" smtClean="0"/>
              <a:t>22.06.2026</a:t>
            </a:fld>
            <a:endParaRPr lang="de-AT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AT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AT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9D0F0D-B15B-4812-AAB4-09C7AA0917EA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7238060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AT" dirty="0"/>
              <a:t>Begrüßung, Spiel: Räuber Simulator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9D0F0D-B15B-4812-AAB4-09C7AA0917EA}" type="slidenum">
              <a:rPr lang="de-AT" smtClean="0"/>
              <a:t>1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4326359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AT" dirty="0"/>
              <a:t>Übersicht: Spiel Idee, Codeaufbau, Spiel Funktionen, Schwierigkeiten, Live Demo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9D0F0D-B15B-4812-AAB4-09C7AA0917EA}" type="slidenum">
              <a:rPr lang="de-AT" smtClean="0"/>
              <a:t>2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0180109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AT" dirty="0"/>
              <a:t>Spiel Idee: Spieler übernimmt Rolle von Räuber, Player bricht in Häuser durch Rätsel ein, stehlt Sachen um Geld zu verdienen, besten Scores gespeichert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9D0F0D-B15B-4812-AAB4-09C7AA0917EA}" type="slidenum">
              <a:rPr lang="de-AT" smtClean="0"/>
              <a:t>3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8858462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AT" dirty="0"/>
              <a:t>Codeaufbau: </a:t>
            </a:r>
            <a:r>
              <a:rPr lang="de-AT" dirty="0" err="1"/>
              <a:t>assats</a:t>
            </a:r>
            <a:r>
              <a:rPr lang="de-AT" dirty="0"/>
              <a:t>, Bilder, Romms, Game, Game Variables, Objekte, Screens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9D0F0D-B15B-4812-AAB4-09C7AA0917EA}" type="slidenum">
              <a:rPr lang="de-AT" smtClean="0"/>
              <a:t>4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7259738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AT" dirty="0"/>
              <a:t>Spiel Funktionen: Spieler Bewegung W A S D / Pfeiltasten, Laufanimation, Shop, Skins kaufen und ausrüsten, </a:t>
            </a:r>
            <a:r>
              <a:rPr lang="de-AT" dirty="0" err="1"/>
              <a:t>Coins</a:t>
            </a:r>
            <a:r>
              <a:rPr lang="de-AT" dirty="0"/>
              <a:t> und Zeit werden gespeichert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9D0F0D-B15B-4812-AAB4-09C7AA0917EA}" type="slidenum">
              <a:rPr lang="de-AT" smtClean="0"/>
              <a:t>5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4346308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AT" dirty="0"/>
              <a:t>Schwierigkeiten: Anfangs und zwischendurch GIT mit löschen von Daten, Probleme mit pushen, </a:t>
            </a:r>
            <a:r>
              <a:rPr lang="de-AT" dirty="0" err="1"/>
              <a:t>Spritesheet</a:t>
            </a:r>
            <a:r>
              <a:rPr lang="de-AT" dirty="0"/>
              <a:t> hatten andere Größen, </a:t>
            </a:r>
            <a:r>
              <a:rPr lang="de-AT" dirty="0" err="1"/>
              <a:t>Hitboxen</a:t>
            </a:r>
            <a:r>
              <a:rPr lang="de-AT" dirty="0"/>
              <a:t> falsch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9D0F0D-B15B-4812-AAB4-09C7AA0917EA}" type="slidenum">
              <a:rPr lang="de-AT" smtClean="0"/>
              <a:t>6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63686362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AT" dirty="0"/>
              <a:t>Live Demo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9D0F0D-B15B-4812-AAB4-09C7AA0917EA}" type="slidenum">
              <a:rPr lang="de-AT" smtClean="0"/>
              <a:t>7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405815415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AT" dirty="0"/>
              <a:t>Danke für eure Aufmerksamkeit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9D0F0D-B15B-4812-AAB4-09C7AA0917EA}" type="slidenum">
              <a:rPr lang="de-AT" smtClean="0"/>
              <a:t>8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9914741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2DB341E-A2A9-3E94-E72F-236AC921BE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F79401F7-F3AD-3C80-E28F-A973C3EC19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7DF1FC3-0D4E-4DFB-8DB2-60DDC637B1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5383B-CBB1-43D2-A6E3-FEF7DE9CCB65}" type="datetimeFigureOut">
              <a:rPr lang="de-AT" smtClean="0"/>
              <a:t>22.06.2026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5F32FF8-A5DB-2877-CF6C-EFD67B363C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53EB560-111F-8580-BC6F-7415846F01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F0F3E-E721-4681-AF01-2421B7C4756F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8824354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57B637D-4AD9-8BE1-752E-1A0DF06E39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ACF21F9-B143-FD96-FA32-87A3B00215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93C51A5-0BBE-59C4-43B7-AC878D9D71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5383B-CBB1-43D2-A6E3-FEF7DE9CCB65}" type="datetimeFigureOut">
              <a:rPr lang="de-AT" smtClean="0"/>
              <a:t>22.06.2026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8B3C75F-7DE2-EA42-B62B-EDA4D58F36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8811BDE-BD4A-3F6D-8022-41A12748E3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F0F3E-E721-4681-AF01-2421B7C4756F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9904859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448C45B-861A-8B82-D7E0-EB262528F7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370393B-4FB1-A95D-CC1A-50E3B03127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FF848D4-5107-A055-8673-6B44760894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5383B-CBB1-43D2-A6E3-FEF7DE9CCB65}" type="datetimeFigureOut">
              <a:rPr lang="de-AT" smtClean="0"/>
              <a:t>22.06.2026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7B67B03-CC1F-3442-BD57-2B0719B32C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3BF5F0D-3046-2034-AE29-DD1C16C109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F0F3E-E721-4681-AF01-2421B7C4756F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490832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FD1ED00-93ED-929F-0123-7C40886EDE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E97B01A-F874-F180-D82B-9C1C248837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B513C451-7D63-51EF-8616-B187D8AD69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970E63DA-74C6-BBE9-4421-24D68EC9AF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5383B-CBB1-43D2-A6E3-FEF7DE9CCB65}" type="datetimeFigureOut">
              <a:rPr lang="de-AT" smtClean="0"/>
              <a:t>22.06.2026</a:t>
            </a:fld>
            <a:endParaRPr lang="de-AT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3ECABB4-825B-8BEC-F0CC-EFBA2590E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F654FBF-EDD4-8A83-D6F6-8224B439FC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F0F3E-E721-4681-AF01-2421B7C4756F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1538405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AD8DC9A-8194-8BAB-E66E-AB44F2FC1D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07B3005-FC58-1B33-32E6-824FB7BBBC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04450DF0-637A-65D0-8BF1-A2EDECCC26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AFBDC51A-BD53-D738-932D-0CCEDA09A9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15C80263-9E33-D57A-735A-08B8688FA1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569D460F-45DE-8F61-D1CB-C94489707D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5383B-CBB1-43D2-A6E3-FEF7DE9CCB65}" type="datetimeFigureOut">
              <a:rPr lang="de-AT" smtClean="0"/>
              <a:t>22.06.2026</a:t>
            </a:fld>
            <a:endParaRPr lang="de-AT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97E173F2-5288-A297-C0C0-43F347EBA3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88A7F5B4-82EA-DA99-6B8C-CA33DC7FFF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F0F3E-E721-4681-AF01-2421B7C4756F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0405974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49A6A26-18EE-E964-35D9-DE2A57E1A9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5FF02E25-C88F-5367-426B-4BBFD95843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5383B-CBB1-43D2-A6E3-FEF7DE9CCB65}" type="datetimeFigureOut">
              <a:rPr lang="de-AT" smtClean="0"/>
              <a:t>22.06.2026</a:t>
            </a:fld>
            <a:endParaRPr lang="de-AT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B25DCA5E-6995-6A73-D88A-94AF80A9F9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D70E37DF-5982-C8B5-3912-CED30815D7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F0F3E-E721-4681-AF01-2421B7C4756F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3359074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17527E31-0577-9C96-889E-74665ED5EA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5383B-CBB1-43D2-A6E3-FEF7DE9CCB65}" type="datetimeFigureOut">
              <a:rPr lang="de-AT" smtClean="0"/>
              <a:t>22.06.2026</a:t>
            </a:fld>
            <a:endParaRPr lang="de-AT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60115122-6859-90AF-F569-3C31020A4E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FB7C699-DF46-B77A-CD75-7E3E8B3BE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F0F3E-E721-4681-AF01-2421B7C4756F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5386531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BA774C1-CE46-B59C-4626-214D677028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00F9B93-3D6A-D625-1440-B33B0D9071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2A479039-8689-D3AF-7C59-DA14DEE2F2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EFF39F9B-3422-0B1B-A64D-AC0C240E83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5383B-CBB1-43D2-A6E3-FEF7DE9CCB65}" type="datetimeFigureOut">
              <a:rPr lang="de-AT" smtClean="0"/>
              <a:t>22.06.2026</a:t>
            </a:fld>
            <a:endParaRPr lang="de-AT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08B17DF-A8FD-6C30-F80E-115A6608E8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0B4FC9E-C589-5D04-509F-5199861BE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F0F3E-E721-4681-AF01-2421B7C4756F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8548254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1929679-999F-A51B-2488-BA5B9308CA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5F5192F4-69F5-3AC4-5DD9-7C6EBF1CC0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AT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85255615-AC5F-B34D-A148-48594EDD96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7003DD3-C01E-1C97-C674-6B0A7FAD15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5383B-CBB1-43D2-A6E3-FEF7DE9CCB65}" type="datetimeFigureOut">
              <a:rPr lang="de-AT" smtClean="0"/>
              <a:t>22.06.2026</a:t>
            </a:fld>
            <a:endParaRPr lang="de-AT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81F326C-FF22-5070-3EE4-5F4DC23BAD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F802FE50-7EBA-C856-D1D4-424D86CDBB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F0F3E-E721-4681-AF01-2421B7C4756F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3792055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6D86903-5AFE-FDD9-D535-D4852A8513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4F7100A0-BFBA-202F-50F5-65E02CF4EF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4F67DCF-835D-4AC8-A9CF-179C120DF6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5383B-CBB1-43D2-A6E3-FEF7DE9CCB65}" type="datetimeFigureOut">
              <a:rPr lang="de-AT" smtClean="0"/>
              <a:t>22.06.2026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CBED0D9-9738-7BCF-51B2-AE854A9406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17306B3-7D38-F90F-0BD8-020CD1C8B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F0F3E-E721-4681-AF01-2421B7C4756F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2925386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A8F11663-52FF-E746-8011-E7FCCC0026B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DDFE7163-1928-9C94-E56C-A7226FEA11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5BCC42F-C218-31B2-A5E5-1304C98A6C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5383B-CBB1-43D2-A6E3-FEF7DE9CCB65}" type="datetimeFigureOut">
              <a:rPr lang="de-AT" smtClean="0"/>
              <a:t>22.06.2026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9E09907-2793-7931-C9DD-0200DE7174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321D666-B59C-24B3-3BC9-2EA6ED4A63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1F0F3E-E721-4681-AF01-2421B7C4756F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5864711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5470817C-76F7-E780-4024-408B7C04A2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3334279-8509-2E39-2334-783D7A71C1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504E9D4-A190-352D-4FAE-120EFE773A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F45383B-CBB1-43D2-A6E3-FEF7DE9CCB65}" type="datetimeFigureOut">
              <a:rPr lang="de-AT" smtClean="0"/>
              <a:t>22.06.2026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028BA5F-E1FF-36FF-A342-99943867B3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2E99D49-443C-2017-527A-C40E864235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91F0F3E-E721-4681-AF01-2421B7C4756F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503406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3ADEAE5-B080-4DEC-819A-00E41A93F8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9FB580A-BA0E-4D5E-90F4-C42767A783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189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E51ABA8-CD21-BA1E-FB41-6E0A44AB62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6275" y="3655371"/>
            <a:ext cx="9679449" cy="1463136"/>
          </a:xfrm>
        </p:spPr>
        <p:txBody>
          <a:bodyPr anchor="b">
            <a:normAutofit/>
          </a:bodyPr>
          <a:lstStyle/>
          <a:p>
            <a:pPr algn="l"/>
            <a:r>
              <a:rPr lang="de-AT" sz="5600">
                <a:solidFill>
                  <a:srgbClr val="FFFFFF"/>
                </a:solidFill>
              </a:rPr>
              <a:t>Räuber Simulator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9C5BCDA6-7590-E9E5-B23C-13890487F2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56275" y="5252936"/>
            <a:ext cx="9679449" cy="654610"/>
          </a:xfrm>
        </p:spPr>
        <p:txBody>
          <a:bodyPr anchor="ctr">
            <a:normAutofit/>
          </a:bodyPr>
          <a:lstStyle/>
          <a:p>
            <a:pPr algn="l"/>
            <a:r>
              <a:rPr lang="de-AT" sz="2000">
                <a:solidFill>
                  <a:srgbClr val="FFFFFF"/>
                </a:solidFill>
              </a:rPr>
              <a:t>Von Jonas und David</a:t>
            </a:r>
          </a:p>
        </p:txBody>
      </p:sp>
      <p:pic>
        <p:nvPicPr>
          <p:cNvPr id="5" name="Grafik 4" descr="Ein Bild, das Screenshot, Pixel enthält.&#10;&#10;Automatisch generierte Beschreibung">
            <a:extLst>
              <a:ext uri="{FF2B5EF4-FFF2-40B4-BE49-F238E27FC236}">
                <a16:creationId xmlns:a16="http://schemas.microsoft.com/office/drawing/2014/main" id="{0B23A384-D1E6-21A8-C8C2-13E99793E2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006" y="1430495"/>
            <a:ext cx="11111988" cy="1389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83980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1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879730AC-8BD2-EB7B-2E69-3AD4750C14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92583" y="501651"/>
            <a:ext cx="4414848" cy="1716255"/>
          </a:xfrm>
        </p:spPr>
        <p:txBody>
          <a:bodyPr anchor="b">
            <a:normAutofit/>
          </a:bodyPr>
          <a:lstStyle/>
          <a:p>
            <a:r>
              <a:rPr lang="de-AT" sz="5600"/>
              <a:t>Übersicht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Grafik 6" descr="Ein Bild, das Computer, Screenshot, Mobiliar, Design enthält.&#10;&#10;Automatisch generierte Beschreibung">
            <a:extLst>
              <a:ext uri="{FF2B5EF4-FFF2-40B4-BE49-F238E27FC236}">
                <a16:creationId xmlns:a16="http://schemas.microsoft.com/office/drawing/2014/main" id="{0A6663BB-34E3-99A1-245F-AA6F655015E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92" r="11780" b="-3"/>
          <a:stretch>
            <a:fillRect/>
          </a:stretch>
        </p:blipFill>
        <p:spPr>
          <a:xfrm>
            <a:off x="279143" y="299509"/>
            <a:ext cx="5221625" cy="6258983"/>
          </a:xfrm>
          <a:prstGeom prst="rect">
            <a:avLst/>
          </a:prstGeom>
        </p:spPr>
      </p:pic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F2DECF5-F8D8-DBDC-A437-0118B0ED10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92583" y="2645922"/>
            <a:ext cx="4434721" cy="3710427"/>
          </a:xfrm>
        </p:spPr>
        <p:txBody>
          <a:bodyPr anchor="t">
            <a:normAutofit/>
          </a:bodyPr>
          <a:lstStyle/>
          <a:p>
            <a:r>
              <a:rPr lang="de-AT" sz="2000" dirty="0">
                <a:solidFill>
                  <a:schemeClr val="tx1">
                    <a:alpha val="80000"/>
                  </a:schemeClr>
                </a:solidFill>
              </a:rPr>
              <a:t>Spiel Idee</a:t>
            </a:r>
          </a:p>
          <a:p>
            <a:r>
              <a:rPr lang="de-AT" sz="2000" dirty="0">
                <a:solidFill>
                  <a:schemeClr val="tx1">
                    <a:alpha val="80000"/>
                  </a:schemeClr>
                </a:solidFill>
              </a:rPr>
              <a:t>Codeaufbau</a:t>
            </a:r>
          </a:p>
          <a:p>
            <a:r>
              <a:rPr lang="de-AT" sz="2000" dirty="0">
                <a:solidFill>
                  <a:schemeClr val="tx1">
                    <a:alpha val="80000"/>
                  </a:schemeClr>
                </a:solidFill>
              </a:rPr>
              <a:t>Spiel Funktionen</a:t>
            </a:r>
          </a:p>
          <a:p>
            <a:r>
              <a:rPr lang="de-AT" sz="2000" dirty="0">
                <a:solidFill>
                  <a:schemeClr val="tx1">
                    <a:alpha val="80000"/>
                  </a:schemeClr>
                </a:solidFill>
              </a:rPr>
              <a:t>Schwierigkeiten</a:t>
            </a:r>
          </a:p>
          <a:p>
            <a:r>
              <a:rPr lang="de-AT" sz="2000" dirty="0">
                <a:solidFill>
                  <a:schemeClr val="tx1">
                    <a:alpha val="80000"/>
                  </a:schemeClr>
                </a:solidFill>
              </a:rPr>
              <a:t>Live Demo</a:t>
            </a:r>
          </a:p>
          <a:p>
            <a:endParaRPr lang="de-AT" sz="2000" dirty="0">
              <a:solidFill>
                <a:schemeClr val="tx1">
                  <a:alpha val="80000"/>
                </a:schemeClr>
              </a:solidFill>
            </a:endParaRPr>
          </a:p>
        </p:txBody>
      </p:sp>
      <p:cxnSp>
        <p:nvCxnSpPr>
          <p:cNvPr id="21" name="Straight Connector 15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9272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632729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114ED94A-C85D-4CD3-4205-438D21CE6B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9217" y="-1"/>
            <a:ext cx="5213267" cy="6883030"/>
            <a:chOff x="-19217" y="-1"/>
            <a:chExt cx="5213267" cy="6883030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E642BDB2-BF67-1D53-1C70-0B41D709E4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06" y="0"/>
              <a:ext cx="5204956" cy="6883029"/>
            </a:xfrm>
            <a:prstGeom prst="rect">
              <a:avLst/>
            </a:prstGeom>
            <a:gradFill>
              <a:gsLst>
                <a:gs pos="7000">
                  <a:schemeClr val="accent2"/>
                </a:gs>
                <a:gs pos="100000">
                  <a:schemeClr val="accent5"/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58E0D8CE-5DBF-B664-EB48-C29BF8AB48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-19217" y="1731909"/>
              <a:ext cx="5204963" cy="5144400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75000"/>
                  </a:schemeClr>
                </a:gs>
                <a:gs pos="60000">
                  <a:schemeClr val="accent5">
                    <a:lumMod val="60000"/>
                    <a:lumOff val="40000"/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DFD140CE-7DE2-C88F-5EAE-F45EB69E6A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10" y="6723"/>
              <a:ext cx="3834567" cy="6876300"/>
            </a:xfrm>
            <a:prstGeom prst="rect">
              <a:avLst/>
            </a:prstGeom>
            <a:gradFill flip="none" rotWithShape="1">
              <a:gsLst>
                <a:gs pos="3000">
                  <a:schemeClr val="accent2">
                    <a:lumMod val="60000"/>
                    <a:lumOff val="40000"/>
                    <a:alpha val="78000"/>
                  </a:schemeClr>
                </a:gs>
                <a:gs pos="42000">
                  <a:schemeClr val="accent2">
                    <a:alpha val="0"/>
                  </a:schemeClr>
                </a:gs>
              </a:gsLst>
              <a:lin ang="3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557E87E3-413F-10EF-63D8-6016E986C9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-844601" y="833689"/>
              <a:ext cx="6872341" cy="5204961"/>
            </a:xfrm>
            <a:prstGeom prst="rect">
              <a:avLst/>
            </a:prstGeom>
            <a:gradFill>
              <a:gsLst>
                <a:gs pos="0">
                  <a:schemeClr val="accent5">
                    <a:alpha val="86000"/>
                  </a:schemeClr>
                </a:gs>
                <a:gs pos="57000">
                  <a:schemeClr val="accent2">
                    <a:alpha val="0"/>
                  </a:schemeClr>
                </a:gs>
              </a:gsLst>
              <a:lin ang="13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el 1">
            <a:extLst>
              <a:ext uri="{FF2B5EF4-FFF2-40B4-BE49-F238E27FC236}">
                <a16:creationId xmlns:a16="http://schemas.microsoft.com/office/drawing/2014/main" id="{217FC04B-9366-5DF7-8275-1E7815E631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484" y="739835"/>
            <a:ext cx="3702580" cy="1616203"/>
          </a:xfrm>
        </p:spPr>
        <p:txBody>
          <a:bodyPr anchor="b">
            <a:normAutofit/>
          </a:bodyPr>
          <a:lstStyle/>
          <a:p>
            <a:r>
              <a:rPr lang="de-AT" sz="3200">
                <a:solidFill>
                  <a:srgbClr val="FFFFFF"/>
                </a:solidFill>
              </a:rPr>
              <a:t>Spiel-Idee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8E82703-1D87-7926-4028-05D8EA6E0A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5484" y="2459116"/>
            <a:ext cx="3702579" cy="3524823"/>
          </a:xfrm>
        </p:spPr>
        <p:txBody>
          <a:bodyPr>
            <a:normAutofit/>
          </a:bodyPr>
          <a:lstStyle/>
          <a:p>
            <a:r>
              <a:rPr lang="de-DE" sz="2000">
                <a:solidFill>
                  <a:srgbClr val="FFFFFF"/>
                </a:solidFill>
              </a:rPr>
              <a:t>Spieler übernimmt die Rolle eines Räubers</a:t>
            </a:r>
          </a:p>
          <a:p>
            <a:r>
              <a:rPr lang="de-DE" sz="2000">
                <a:solidFill>
                  <a:srgbClr val="FFFFFF"/>
                </a:solidFill>
              </a:rPr>
              <a:t>Durch Rätsel einbrechen</a:t>
            </a:r>
          </a:p>
          <a:p>
            <a:r>
              <a:rPr lang="de-DE" sz="2000">
                <a:solidFill>
                  <a:srgbClr val="FFFFFF"/>
                </a:solidFill>
              </a:rPr>
              <a:t>Geld verdienen</a:t>
            </a:r>
          </a:p>
          <a:p>
            <a:r>
              <a:rPr lang="de-DE" sz="2000">
                <a:solidFill>
                  <a:srgbClr val="FFFFFF"/>
                </a:solidFill>
              </a:rPr>
              <a:t>besten Scores gespeichert</a:t>
            </a:r>
            <a:endParaRPr lang="de-AT" sz="2000">
              <a:solidFill>
                <a:srgbClr val="FFFFFF"/>
              </a:solidFill>
            </a:endParaRPr>
          </a:p>
        </p:txBody>
      </p:sp>
      <p:pic>
        <p:nvPicPr>
          <p:cNvPr id="5" name="Grafik 4" descr="Ein Bild, das Clipart, Entwurf enthält.">
            <a:extLst>
              <a:ext uri="{FF2B5EF4-FFF2-40B4-BE49-F238E27FC236}">
                <a16:creationId xmlns:a16="http://schemas.microsoft.com/office/drawing/2014/main" id="{32C39DE9-AA4D-6604-59E6-F2F9E0DD25A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7" r="1" b="1"/>
          <a:stretch>
            <a:fillRect/>
          </a:stretch>
        </p:blipFill>
        <p:spPr>
          <a:xfrm>
            <a:off x="6056922" y="787114"/>
            <a:ext cx="5303765" cy="5283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8370328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Group 21">
            <a:extLst>
              <a:ext uri="{FF2B5EF4-FFF2-40B4-BE49-F238E27FC236}">
                <a16:creationId xmlns:a16="http://schemas.microsoft.com/office/drawing/2014/main" id="{114ED94A-C85D-4CD3-4205-438D21CE6B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9217" y="-1"/>
            <a:ext cx="5213267" cy="6883030"/>
            <a:chOff x="-19217" y="-1"/>
            <a:chExt cx="5213267" cy="6883030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E642BDB2-BF67-1D53-1C70-0B41D709E4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06" y="0"/>
              <a:ext cx="5204956" cy="6883029"/>
            </a:xfrm>
            <a:prstGeom prst="rect">
              <a:avLst/>
            </a:prstGeom>
            <a:gradFill>
              <a:gsLst>
                <a:gs pos="7000">
                  <a:schemeClr val="accent2"/>
                </a:gs>
                <a:gs pos="100000">
                  <a:schemeClr val="accent5"/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Rectangle 23">
              <a:extLst>
                <a:ext uri="{FF2B5EF4-FFF2-40B4-BE49-F238E27FC236}">
                  <a16:creationId xmlns:a16="http://schemas.microsoft.com/office/drawing/2014/main" id="{58E0D8CE-5DBF-B664-EB48-C29BF8AB48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-19217" y="1731909"/>
              <a:ext cx="5204963" cy="5144400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75000"/>
                  </a:schemeClr>
                </a:gs>
                <a:gs pos="60000">
                  <a:schemeClr val="accent5">
                    <a:lumMod val="60000"/>
                    <a:lumOff val="40000"/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DFD140CE-7DE2-C88F-5EAE-F45EB69E6A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10" y="6723"/>
              <a:ext cx="3834567" cy="6876300"/>
            </a:xfrm>
            <a:prstGeom prst="rect">
              <a:avLst/>
            </a:prstGeom>
            <a:gradFill flip="none" rotWithShape="1">
              <a:gsLst>
                <a:gs pos="3000">
                  <a:schemeClr val="accent2">
                    <a:lumMod val="60000"/>
                    <a:lumOff val="40000"/>
                    <a:alpha val="78000"/>
                  </a:schemeClr>
                </a:gs>
                <a:gs pos="42000">
                  <a:schemeClr val="accent2">
                    <a:alpha val="0"/>
                  </a:schemeClr>
                </a:gs>
              </a:gsLst>
              <a:lin ang="3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557E87E3-413F-10EF-63D8-6016E986C9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-844601" y="833689"/>
              <a:ext cx="6872341" cy="5204961"/>
            </a:xfrm>
            <a:prstGeom prst="rect">
              <a:avLst/>
            </a:prstGeom>
            <a:gradFill>
              <a:gsLst>
                <a:gs pos="0">
                  <a:schemeClr val="accent5">
                    <a:alpha val="86000"/>
                  </a:schemeClr>
                </a:gs>
                <a:gs pos="57000">
                  <a:schemeClr val="accent2">
                    <a:alpha val="0"/>
                  </a:schemeClr>
                </a:gs>
              </a:gsLst>
              <a:lin ang="13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el 1">
            <a:extLst>
              <a:ext uri="{FF2B5EF4-FFF2-40B4-BE49-F238E27FC236}">
                <a16:creationId xmlns:a16="http://schemas.microsoft.com/office/drawing/2014/main" id="{41CFA282-96AA-9864-61DB-4F77C2F79E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484" y="739835"/>
            <a:ext cx="3702580" cy="1616203"/>
          </a:xfrm>
        </p:spPr>
        <p:txBody>
          <a:bodyPr anchor="b">
            <a:normAutofit/>
          </a:bodyPr>
          <a:lstStyle/>
          <a:p>
            <a:r>
              <a:rPr lang="de-AT" sz="3200">
                <a:solidFill>
                  <a:srgbClr val="FFFFFF"/>
                </a:solidFill>
              </a:rPr>
              <a:t>Codeaufbau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7C7FCBB-7B2A-9256-9620-1D898FC015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5484" y="2459116"/>
            <a:ext cx="3702579" cy="3524823"/>
          </a:xfrm>
        </p:spPr>
        <p:txBody>
          <a:bodyPr>
            <a:normAutofit/>
          </a:bodyPr>
          <a:lstStyle/>
          <a:p>
            <a:r>
              <a:rPr lang="de-AT" sz="2000">
                <a:solidFill>
                  <a:srgbClr val="FFFFFF"/>
                </a:solidFill>
              </a:rPr>
              <a:t>assats</a:t>
            </a:r>
          </a:p>
          <a:p>
            <a:pPr lvl="1"/>
            <a:r>
              <a:rPr lang="de-AT" sz="2000">
                <a:solidFill>
                  <a:srgbClr val="FFFFFF"/>
                </a:solidFill>
              </a:rPr>
              <a:t>Bilder</a:t>
            </a:r>
          </a:p>
          <a:p>
            <a:pPr lvl="2"/>
            <a:r>
              <a:rPr lang="de-AT">
                <a:solidFill>
                  <a:srgbClr val="FFFFFF"/>
                </a:solidFill>
              </a:rPr>
              <a:t>Rooms</a:t>
            </a:r>
          </a:p>
          <a:p>
            <a:r>
              <a:rPr lang="de-AT" sz="2000">
                <a:solidFill>
                  <a:srgbClr val="FFFFFF"/>
                </a:solidFill>
              </a:rPr>
              <a:t>Game</a:t>
            </a:r>
          </a:p>
          <a:p>
            <a:pPr lvl="1"/>
            <a:r>
              <a:rPr lang="de-AT" sz="2000">
                <a:solidFill>
                  <a:srgbClr val="FFFFFF"/>
                </a:solidFill>
              </a:rPr>
              <a:t>Game Variables</a:t>
            </a:r>
          </a:p>
          <a:p>
            <a:pPr lvl="1"/>
            <a:r>
              <a:rPr lang="de-AT" sz="2000">
                <a:solidFill>
                  <a:srgbClr val="FFFFFF"/>
                </a:solidFill>
              </a:rPr>
              <a:t>Objekts</a:t>
            </a:r>
          </a:p>
          <a:p>
            <a:pPr lvl="2"/>
            <a:r>
              <a:rPr lang="de-AT">
                <a:solidFill>
                  <a:srgbClr val="FFFFFF"/>
                </a:solidFill>
              </a:rPr>
              <a:t>Screens</a:t>
            </a:r>
          </a:p>
        </p:txBody>
      </p:sp>
      <p:pic>
        <p:nvPicPr>
          <p:cNvPr id="6" name="Grafik 5" descr="Ein Bild, das Text, Screenshot, Software, Multimedia-Software enthält.&#10;&#10;Automatisch generierte Beschreibung">
            <a:extLst>
              <a:ext uri="{FF2B5EF4-FFF2-40B4-BE49-F238E27FC236}">
                <a16:creationId xmlns:a16="http://schemas.microsoft.com/office/drawing/2014/main" id="{3FC209F9-BF1E-29C5-7A0F-877A46FDE7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5304" y="1996144"/>
            <a:ext cx="5407002" cy="2865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68083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1DA2F1C-E3FC-E1B0-CEF9-6B5F08B72A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2091" y="501651"/>
            <a:ext cx="4395340" cy="1716255"/>
          </a:xfrm>
        </p:spPr>
        <p:txBody>
          <a:bodyPr anchor="b">
            <a:normAutofit/>
          </a:bodyPr>
          <a:lstStyle/>
          <a:p>
            <a:r>
              <a:rPr lang="de-AT" sz="5600"/>
              <a:t>Spiel Funktionen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fik 4" descr="Ein Bild, das Screenshot, Grafiken, Pixel, Design enthält.&#10;&#10;Automatisch generierte Beschreibung">
            <a:extLst>
              <a:ext uri="{FF2B5EF4-FFF2-40B4-BE49-F238E27FC236}">
                <a16:creationId xmlns:a16="http://schemas.microsoft.com/office/drawing/2014/main" id="{61E33993-9E45-052C-751D-4255323951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143" y="818188"/>
            <a:ext cx="5221625" cy="5221625"/>
          </a:xfrm>
          <a:prstGeom prst="rect">
            <a:avLst/>
          </a:prstGeom>
        </p:spPr>
      </p:pic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5C76F7B-0230-E005-955D-67252B3639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92583" y="2645922"/>
            <a:ext cx="4434721" cy="3710427"/>
          </a:xfrm>
        </p:spPr>
        <p:txBody>
          <a:bodyPr anchor="t">
            <a:normAutofit/>
          </a:bodyPr>
          <a:lstStyle/>
          <a:p>
            <a:r>
              <a:rPr lang="de-AT" sz="2000">
                <a:solidFill>
                  <a:schemeClr val="tx1">
                    <a:alpha val="80000"/>
                  </a:schemeClr>
                </a:solidFill>
              </a:rPr>
              <a:t>Spieler:</a:t>
            </a:r>
          </a:p>
          <a:p>
            <a:pPr lvl="1"/>
            <a:r>
              <a:rPr lang="de-AT" sz="2000">
                <a:solidFill>
                  <a:schemeClr val="tx1">
                    <a:alpha val="80000"/>
                  </a:schemeClr>
                </a:solidFill>
              </a:rPr>
              <a:t>WASD-Steuerung</a:t>
            </a:r>
          </a:p>
          <a:p>
            <a:pPr lvl="1"/>
            <a:r>
              <a:rPr lang="de-AT" sz="2000">
                <a:solidFill>
                  <a:schemeClr val="tx1">
                    <a:alpha val="80000"/>
                  </a:schemeClr>
                </a:solidFill>
              </a:rPr>
              <a:t>Laufanimation</a:t>
            </a:r>
          </a:p>
          <a:p>
            <a:r>
              <a:rPr lang="de-AT" sz="2000">
                <a:solidFill>
                  <a:schemeClr val="tx1">
                    <a:alpha val="80000"/>
                  </a:schemeClr>
                </a:solidFill>
              </a:rPr>
              <a:t>Shop:</a:t>
            </a:r>
          </a:p>
          <a:p>
            <a:pPr lvl="1"/>
            <a:r>
              <a:rPr lang="de-AT" sz="2000">
                <a:solidFill>
                  <a:schemeClr val="tx1">
                    <a:alpha val="80000"/>
                  </a:schemeClr>
                </a:solidFill>
              </a:rPr>
              <a:t>Skins kaufen</a:t>
            </a:r>
          </a:p>
          <a:p>
            <a:pPr lvl="1"/>
            <a:r>
              <a:rPr lang="de-AT" sz="2000">
                <a:solidFill>
                  <a:schemeClr val="tx1">
                    <a:alpha val="80000"/>
                  </a:schemeClr>
                </a:solidFill>
              </a:rPr>
              <a:t>Skins ausrüsten</a:t>
            </a:r>
          </a:p>
          <a:p>
            <a:r>
              <a:rPr lang="de-AT" sz="2000">
                <a:solidFill>
                  <a:schemeClr val="tx1">
                    <a:alpha val="80000"/>
                  </a:schemeClr>
                </a:solidFill>
              </a:rPr>
              <a:t>Coins:</a:t>
            </a:r>
          </a:p>
          <a:p>
            <a:pPr lvl="1"/>
            <a:r>
              <a:rPr lang="de-AT" sz="2000">
                <a:solidFill>
                  <a:schemeClr val="tx1">
                    <a:alpha val="80000"/>
                  </a:schemeClr>
                </a:solidFill>
              </a:rPr>
              <a:t>Einsammeln</a:t>
            </a:r>
          </a:p>
          <a:p>
            <a:pPr lvl="1"/>
            <a:r>
              <a:rPr lang="de-AT" sz="2000">
                <a:solidFill>
                  <a:schemeClr val="tx1">
                    <a:alpha val="80000"/>
                  </a:schemeClr>
                </a:solidFill>
              </a:rPr>
              <a:t>Speichern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820561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46" name="Rectangle 1039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7D68090D-560E-5AF5-9648-DB9EA4A1B3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92583" y="501651"/>
            <a:ext cx="4414848" cy="1716255"/>
          </a:xfrm>
        </p:spPr>
        <p:txBody>
          <a:bodyPr anchor="b">
            <a:normAutofit/>
          </a:bodyPr>
          <a:lstStyle/>
          <a:p>
            <a:r>
              <a:rPr lang="de-AT" sz="5200"/>
              <a:t>Schwierigkeiten</a:t>
            </a:r>
          </a:p>
        </p:txBody>
      </p:sp>
      <p:sp>
        <p:nvSpPr>
          <p:cNvPr id="1047" name="Rectangle 1041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Programmieren lernen: die einzelnen Schritte">
            <a:extLst>
              <a:ext uri="{FF2B5EF4-FFF2-40B4-BE49-F238E27FC236}">
                <a16:creationId xmlns:a16="http://schemas.microsoft.com/office/drawing/2014/main" id="{7D0FF4E7-0700-FA63-B931-093ED8F254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95" r="40518"/>
          <a:stretch>
            <a:fillRect/>
          </a:stretch>
        </p:blipFill>
        <p:spPr bwMode="auto">
          <a:xfrm>
            <a:off x="279143" y="299509"/>
            <a:ext cx="5221625" cy="62589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C67E575-C111-02D4-C1C6-8B9EE3A788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92583" y="2645922"/>
            <a:ext cx="4434721" cy="3710427"/>
          </a:xfrm>
        </p:spPr>
        <p:txBody>
          <a:bodyPr anchor="t">
            <a:normAutofit/>
          </a:bodyPr>
          <a:lstStyle/>
          <a:p>
            <a:r>
              <a:rPr lang="de-AT" sz="2000">
                <a:solidFill>
                  <a:schemeClr val="tx1">
                    <a:alpha val="80000"/>
                  </a:schemeClr>
                </a:solidFill>
              </a:rPr>
              <a:t>GIT</a:t>
            </a:r>
          </a:p>
          <a:p>
            <a:r>
              <a:rPr lang="de-AT" sz="2000">
                <a:solidFill>
                  <a:schemeClr val="tx1">
                    <a:alpha val="80000"/>
                  </a:schemeClr>
                </a:solidFill>
              </a:rPr>
              <a:t>Spritesheet</a:t>
            </a:r>
          </a:p>
          <a:p>
            <a:r>
              <a:rPr lang="de-AT" sz="2000">
                <a:solidFill>
                  <a:schemeClr val="tx1">
                    <a:alpha val="80000"/>
                  </a:schemeClr>
                </a:solidFill>
              </a:rPr>
              <a:t>Hitboxen</a:t>
            </a:r>
          </a:p>
        </p:txBody>
      </p:sp>
      <p:cxnSp>
        <p:nvCxnSpPr>
          <p:cNvPr id="1048" name="Straight Connector 1043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9272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62287544"/>
      </p:ext>
    </p:extLst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" name="Rectangle 1030">
            <a:extLst>
              <a:ext uri="{FF2B5EF4-FFF2-40B4-BE49-F238E27FC236}">
                <a16:creationId xmlns:a16="http://schemas.microsoft.com/office/drawing/2014/main" id="{16B067B1-F4E5-4FDF-813D-C9E872E800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OpenNebula In Action: Live Demo | OpenNebula – Open Source Cloud &amp; Edge  Computing Platform">
            <a:extLst>
              <a:ext uri="{FF2B5EF4-FFF2-40B4-BE49-F238E27FC236}">
                <a16:creationId xmlns:a16="http://schemas.microsoft.com/office/drawing/2014/main" id="{46F81845-C0DA-245E-5E97-5447A7981F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152" b="13771"/>
          <a:stretch>
            <a:fillRect/>
          </a:stretch>
        </p:blipFill>
        <p:spPr bwMode="auto">
          <a:xfrm>
            <a:off x="307775" y="261437"/>
            <a:ext cx="11576450" cy="63351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654261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Grafik 3" descr="Ein Bild, das Text, Screenshot, Design enthält.">
            <a:extLst>
              <a:ext uri="{FF2B5EF4-FFF2-40B4-BE49-F238E27FC236}">
                <a16:creationId xmlns:a16="http://schemas.microsoft.com/office/drawing/2014/main" id="{38B5CBC8-4B12-1E9A-E4D5-F40B4EF2B9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746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81355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184</Words>
  <Application>Microsoft Office PowerPoint</Application>
  <PresentationFormat>Breitbild</PresentationFormat>
  <Paragraphs>51</Paragraphs>
  <Slides>8</Slides>
  <Notes>8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</vt:lpstr>
      <vt:lpstr>Räuber Simulator</vt:lpstr>
      <vt:lpstr>Übersicht</vt:lpstr>
      <vt:lpstr>Spiel-Idee</vt:lpstr>
      <vt:lpstr>Codeaufbau</vt:lpstr>
      <vt:lpstr>Spiel Funktionen</vt:lpstr>
      <vt:lpstr>Schwierigkeiten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Räuber Simulator</dc:title>
  <dc:creator>David Fußenegger</dc:creator>
  <cp:lastModifiedBy>David Fußenegger</cp:lastModifiedBy>
  <cp:revision>1</cp:revision>
  <dcterms:created xsi:type="dcterms:W3CDTF">2026-06-17T15:05:13Z</dcterms:created>
  <dcterms:modified xsi:type="dcterms:W3CDTF">2026-06-22T17:14:15Z</dcterms:modified>
</cp:coreProperties>
</file>